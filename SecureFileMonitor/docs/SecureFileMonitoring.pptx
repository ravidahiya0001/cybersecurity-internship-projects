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Rate (%)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FF9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61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475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File Created</c:v>
                  </c:pt>
                  <c:pt idx="1">
                    <c:v>File Modified</c:v>
                  </c:pt>
                  <c:pt idx="2">
                    <c:v>File Deleted</c:v>
                  </c:pt>
                  <c:pt idx="3">
                    <c:v>File Moved</c:v>
                  </c:pt>
                  <c:pt idx="4">
                    <c:v>Hash Mismatch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98</c:v>
                </c:pt>
                <c:pt idx="3">
                  <c:v>96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D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4572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4572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71600"/>
            <a:ext cx="9144000" cy="4572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4572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86000"/>
            <a:ext cx="9144000" cy="4572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0"/>
            <a:ext cx="9144000" cy="4572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200400"/>
            <a:ext cx="9144000" cy="4572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657600"/>
            <a:ext cx="9144000" cy="4572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4572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29200"/>
            <a:ext cx="9144000" cy="4572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5669280" y="457200"/>
            <a:ext cx="3200400" cy="32004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9601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</a:t>
            </a:r>
            <a:endParaRPr lang="en-US" sz="4800" dirty="0"/>
          </a:p>
        </p:txBody>
      </p:sp>
      <p:sp>
        <p:nvSpPr>
          <p:cNvPr id="18" name="Text 15"/>
          <p:cNvSpPr/>
          <p:nvPr/>
        </p:nvSpPr>
        <p:spPr>
          <a:xfrm>
            <a:off x="457200" y="181051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457200" y="2578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File Integrity Detection &amp; Unauthorized Access Alerting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017520"/>
            <a:ext cx="1389888" cy="274320"/>
          </a:xfrm>
          <a:prstGeom prst="rect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0266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993392" y="3017520"/>
            <a:ext cx="1389888" cy="274320"/>
          </a:xfrm>
          <a:prstGeom prst="rect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993392" y="30266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529584" y="3017520"/>
            <a:ext cx="1389888" cy="274320"/>
          </a:xfrm>
          <a:prstGeom prst="rect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29584" y="30266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65776" y="3017520"/>
            <a:ext cx="1389888" cy="274320"/>
          </a:xfrm>
          <a:prstGeom prst="rect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65776" y="30266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Internship Project  | 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of This Presentation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1207008"/>
            <a:ext cx="16459" cy="23774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097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73352"/>
            <a:ext cx="411480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733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1783080"/>
            <a:ext cx="16459" cy="23774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67335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Goals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49424"/>
            <a:ext cx="411480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9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2359152"/>
            <a:ext cx="16459" cy="23774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24942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25496"/>
            <a:ext cx="411480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254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2935224"/>
            <a:ext cx="16459" cy="23774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282549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01568"/>
            <a:ext cx="411480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01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8680" y="3511296"/>
            <a:ext cx="16459" cy="23774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4015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 (Step-by-Step)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411480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77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68680" y="4087368"/>
            <a:ext cx="16459" cy="23774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3977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 Mechanism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1097280"/>
            <a:ext cx="411480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49240" y="1207008"/>
            <a:ext cx="16459" cy="23774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1097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1673352"/>
            <a:ext cx="411480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16733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349240" y="1783080"/>
            <a:ext cx="16459" cy="23774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167335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2249424"/>
            <a:ext cx="411480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249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349240" y="2359152"/>
            <a:ext cx="16459" cy="23774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224942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Recommendations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2825496"/>
            <a:ext cx="411480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8254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349240" y="2935224"/>
            <a:ext cx="16459" cy="23774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0680" y="282549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3401568"/>
            <a:ext cx="411480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401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349240" y="3511296"/>
            <a:ext cx="16459" cy="23774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0680" y="34015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46320" y="3977640"/>
            <a:ext cx="411480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977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349240" y="4087368"/>
            <a:ext cx="16459" cy="23774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40680" y="3977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&amp; Conclusion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Secure File Monitoring System?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Python-based cybersecurity solution that continuously watches a chosen directory in real time — detecting unauthorized access, modifications, deletions, and movements of sensitive files like PDFs and DOCX documents.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4069080" cy="100584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37360"/>
            <a:ext cx="54864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81051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2064" y="1828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" y="21488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continuously — instantly reacts to any file system event without delays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3063240"/>
            <a:ext cx="4069080" cy="100584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3063240"/>
            <a:ext cx="54864" cy="10058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313639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2064" y="31546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Detection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12064" y="34747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immediate alerts whenever a file change is not recognized as authorized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800600" y="1737360"/>
            <a:ext cx="4069080" cy="100584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00600" y="1737360"/>
            <a:ext cx="54864" cy="100584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81051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46904" y="1828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Integrity Checking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946904" y="21488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hashing ensures even a one-character file change is detected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800600" y="3063240"/>
            <a:ext cx="4069080" cy="100584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00600" y="3063240"/>
            <a:ext cx="54864" cy="10058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136392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946904" y="31546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File Protection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946904" y="34747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PDF and DOCX documents most at risk from tampering or theft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57200" y="47045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Add Visual: Terminal screenshot showing the monitoring system detecting a file modification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File Security a Critical Need?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06040" cy="1261872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54864" cy="12618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involve unauthorized access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06040" cy="1261872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54864" cy="12618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887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$4.4M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0040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cost of a data breach (IBM 2023)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06040" cy="1261872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97280"/>
            <a:ext cx="54864" cy="12618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1887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&lt;1ms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3504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silently overwrite a critical file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542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Challenges This System Addresses: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852928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files (PDFs, DOCX) are vulnerable to silent unauthorized modifications by malicious actors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real-time alerting when critical files are tampered with, moved, or deleted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audit logs means no traceability — security teams cannot determine what changed or when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always-on file integrity tools are rarely available for individual workstations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Achieve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69080" cy="1024128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54864" cy="10241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207008"/>
            <a:ext cx="384048" cy="384048"/>
          </a:xfrm>
          <a:prstGeom prst="rect">
            <a:avLst/>
          </a:prstGeom>
          <a:solidFill>
            <a:srgbClr val="00D4FF">
              <a:alpha val="2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9264" y="1188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File Monitoring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15087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 a selected directory 24/7 without interruption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4069080" cy="1024128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097280"/>
            <a:ext cx="54864" cy="102412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0328" y="1207008"/>
            <a:ext cx="384048" cy="384048"/>
          </a:xfrm>
          <a:prstGeom prst="rect">
            <a:avLst/>
          </a:prstGeom>
          <a:solidFill>
            <a:srgbClr val="00FF9D">
              <a:alpha val="22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04104" y="1188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All File Events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04104" y="15087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creation, modification, deletion, and movement of files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04288"/>
            <a:ext cx="4069080" cy="1024128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04288"/>
            <a:ext cx="54864" cy="10241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414016"/>
            <a:ext cx="384048" cy="384048"/>
          </a:xfrm>
          <a:prstGeom prst="rect">
            <a:avLst/>
          </a:prstGeom>
          <a:solidFill>
            <a:srgbClr val="7B61FF">
              <a:alpha val="22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9264" y="23957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 Data Integrity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" y="27157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SHA-256 to create and compare digital fingerprints of files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304288"/>
            <a:ext cx="4069080" cy="1024128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304288"/>
            <a:ext cx="54864" cy="102412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0328" y="2414016"/>
            <a:ext cx="384048" cy="384048"/>
          </a:xfrm>
          <a:prstGeom prst="rect">
            <a:avLst/>
          </a:prstGeom>
          <a:solidFill>
            <a:srgbClr val="FF4757">
              <a:alpha val="22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04104" y="23957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Alerts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04104" y="27157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alert when hash mismatch signals unauthorized change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511296"/>
            <a:ext cx="4069080" cy="1024128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511296"/>
            <a:ext cx="54864" cy="10241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" y="3621024"/>
            <a:ext cx="384048" cy="384048"/>
          </a:xfrm>
          <a:prstGeom prst="rect">
            <a:avLst/>
          </a:prstGeom>
          <a:solidFill>
            <a:srgbClr val="00D4FF">
              <a:alpha val="2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9264" y="36027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Event Logging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9264" y="392277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full audit logs with date and time for every event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511296"/>
            <a:ext cx="4069080" cy="1024128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3511296"/>
            <a:ext cx="54864" cy="102412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0328" y="3621024"/>
            <a:ext cx="384048" cy="384048"/>
          </a:xfrm>
          <a:prstGeom prst="rect">
            <a:avLst/>
          </a:prstGeom>
          <a:solidFill>
            <a:srgbClr val="00FF9D">
              <a:alpha val="22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04104" y="36027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Base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04104" y="392277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as a foundational host-based intrusion detection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Tools That Power the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69080" cy="146304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54864" cy="14630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90472"/>
            <a:ext cx="694944" cy="694944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66420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16642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— fast, portable, and rich in libraries for security and file I/O operations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1097280"/>
            <a:ext cx="4069080" cy="146304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097280"/>
            <a:ext cx="54864" cy="146304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83480" y="1490472"/>
            <a:ext cx="694944" cy="694944"/>
          </a:xfrm>
          <a:prstGeom prst="ellipse">
            <a:avLst/>
          </a:prstGeom>
          <a:solidFill>
            <a:srgbClr val="00FF9D">
              <a:alpha val="20000"/>
            </a:srgbClr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216" y="166420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5216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Library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852160" y="16642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Python API that listens for OS-level filesystem events in real time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2834640"/>
            <a:ext cx="4069080" cy="146304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834640"/>
            <a:ext cx="54864" cy="14630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227832"/>
            <a:ext cx="694944" cy="694944"/>
          </a:xfrm>
          <a:prstGeom prst="ellipse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401568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3035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Hashlib (SHA-256)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17320" y="340156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Python library providing SHA-256 cryptographic hashing for file integrity checks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800600" y="2834640"/>
            <a:ext cx="4069080" cy="146304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00600" y="2834640"/>
            <a:ext cx="54864" cy="14630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983480" y="3227832"/>
            <a:ext cx="694944" cy="694944"/>
          </a:xfrm>
          <a:prstGeom prst="ellipse">
            <a:avLst/>
          </a:prstGeom>
          <a:solidFill>
            <a:srgbClr val="FF4757">
              <a:alpha val="20000"/>
            </a:srgbClr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6" y="3401568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852160" y="3035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Time Modules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852160" y="340156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Python modules for file path handling, timestamps, and system interaction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Interaction &amp; Data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06040" cy="109728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54864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Directory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folder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06040" cy="109728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97280"/>
            <a:ext cx="54864" cy="109728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097280"/>
            <a:ext cx="2606040" cy="6400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234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Observer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listener thread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06040" cy="109728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97280"/>
            <a:ext cx="54864" cy="10972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097280"/>
            <a:ext cx="260604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234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file events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43000" y="1600200"/>
            <a:ext cx="274320" cy="3657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1600200"/>
            <a:ext cx="274320" cy="3657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834640"/>
            <a:ext cx="2606040" cy="109728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834640"/>
            <a:ext cx="54864" cy="109728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834640"/>
            <a:ext cx="2606040" cy="6400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Logger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337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timestamped log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834640"/>
            <a:ext cx="2606040" cy="109728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2834640"/>
            <a:ext cx="54864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283464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Store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46120" y="3337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hash values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2834640"/>
            <a:ext cx="2606040" cy="109728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2834640"/>
            <a:ext cx="54864" cy="10972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2834640"/>
            <a:ext cx="2606040" cy="64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Engine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26480" y="3337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generator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07408" y="2194560"/>
            <a:ext cx="36576" cy="62179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023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Hash Mismatch Triggers Unauthorized Modification Alert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7228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Suggestion: Replace with a proper flowchart from draw.io / Lucidchart for final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How the System Operates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69080" cy="105156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54864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207008"/>
            <a:ext cx="384048" cy="384048"/>
          </a:xfrm>
          <a:prstGeom prst="rect">
            <a:avLst/>
          </a:prstGeom>
          <a:solidFill>
            <a:srgbClr val="00D4FF">
              <a:alpha val="2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9264" y="1188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Monitoring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15087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begins watching the selected target directory for all file system events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4069080" cy="105156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097280"/>
            <a:ext cx="54864" cy="105156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0328" y="1207008"/>
            <a:ext cx="384048" cy="384048"/>
          </a:xfrm>
          <a:prstGeom prst="rect">
            <a:avLst/>
          </a:prstGeom>
          <a:solidFill>
            <a:srgbClr val="00FF9D">
              <a:alpha val="22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04104" y="1188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File Event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04104" y="15087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detects Create / Modify / Delete / Move events instantly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069080" cy="105156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31720"/>
            <a:ext cx="54864" cy="105156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441448"/>
            <a:ext cx="384048" cy="384048"/>
          </a:xfrm>
          <a:prstGeom prst="rect">
            <a:avLst/>
          </a:prstGeom>
          <a:solidFill>
            <a:srgbClr val="7B61FF">
              <a:alpha val="22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" y="2423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SHA-256 Hash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" y="274320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cryptographic fingerprint is generated for the affected sensitive file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331720"/>
            <a:ext cx="4069080" cy="105156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331720"/>
            <a:ext cx="54864" cy="10515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0328" y="2441448"/>
            <a:ext cx="384048" cy="384048"/>
          </a:xfrm>
          <a:prstGeom prst="rect">
            <a:avLst/>
          </a:prstGeom>
          <a:solidFill>
            <a:srgbClr val="FF4757">
              <a:alpha val="22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04104" y="2423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Baseline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04104" y="274320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hash compared against the stored original hash value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566160"/>
            <a:ext cx="4069080" cy="105156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566160"/>
            <a:ext cx="54864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" y="3675888"/>
            <a:ext cx="384048" cy="384048"/>
          </a:xfrm>
          <a:prstGeom prst="rect">
            <a:avLst/>
          </a:prstGeom>
          <a:solidFill>
            <a:srgbClr val="00D4FF">
              <a:alpha val="2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9264" y="3657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Result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9264" y="39776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= Authorized  |  Mismatch = UNAUTHORIZED MODIFICATION!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566160"/>
            <a:ext cx="4069080" cy="105156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3566160"/>
            <a:ext cx="54864" cy="105156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0328" y="3675888"/>
            <a:ext cx="384048" cy="384048"/>
          </a:xfrm>
          <a:prstGeom prst="rect">
            <a:avLst/>
          </a:prstGeom>
          <a:solidFill>
            <a:srgbClr val="00FF9D">
              <a:alpha val="22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04104" y="3657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Log Event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04104" y="39776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events trigger alert; all events get timestamped and logged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Add Visual: Flowchart of this 6-step process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Mechanism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SHA-256: The Heart of File Integrity Verification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352044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54864" cy="3520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SHA-256?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unique 256-bit (64-character) fixed-length hash for any file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even one character in a file produces a completely different hash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function — impossible to reverse-engineer the original file from its hash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Collision-resistant — virtually no two different files produce the same hash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SSL certificates, blockchain, and digital signatures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69080" cy="3520440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4864" cy="352044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887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Hash Comparison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1572768"/>
            <a:ext cx="3794760" cy="411480"/>
          </a:xfrm>
          <a:prstGeom prst="rect">
            <a:avLst/>
          </a:prstGeom>
          <a:solidFill>
            <a:srgbClr val="0D1E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609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File: report.pdf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2029968"/>
            <a:ext cx="3794760" cy="777240"/>
          </a:xfrm>
          <a:prstGeom prst="rect">
            <a:avLst/>
          </a:prstGeom>
          <a:solidFill>
            <a:srgbClr val="071524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208483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SHA-256: a3f8c2d1...94e1b7  ✓ MATCH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92040" y="3035808"/>
            <a:ext cx="3794760" cy="411480"/>
          </a:xfrm>
          <a:prstGeom prst="rect">
            <a:avLst/>
          </a:prstGeom>
          <a:solidFill>
            <a:srgbClr val="1A0808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30723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TAMPERED File: report.pdf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3493008"/>
            <a:ext cx="3794760" cy="777240"/>
          </a:xfrm>
          <a:prstGeom prst="rect">
            <a:avLst/>
          </a:prstGeom>
          <a:solidFill>
            <a:srgbClr val="071524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35478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SHA-256: 99b2f741...1c3a4d  ✗ ALERT!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42519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Even a single changed byte generates an entirely new hash — tampering is never hidden.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System Stand Out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633472" cy="1417320"/>
          </a:xfrm>
          <a:prstGeom prst="rect">
            <a:avLst/>
          </a:prstGeom>
          <a:solidFill>
            <a:srgbClr val="141D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633472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" y="1298448"/>
            <a:ext cx="548640" cy="54864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3560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2618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9768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detection of any file event — no polling delays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097280"/>
            <a:ext cx="2633472" cy="1417320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9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097280"/>
            <a:ext cx="2633472" cy="6400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92424" y="1298448"/>
            <a:ext cx="548640" cy="548640"/>
          </a:xfrm>
          <a:prstGeom prst="ellipse">
            <a:avLst/>
          </a:prstGeom>
          <a:solidFill>
            <a:srgbClr val="00FF9D">
              <a:alpha val="20000"/>
            </a:srgbClr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43560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12618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Multi-Event Detection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55848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Create, Modify, Delete, and Move simultaneously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44768" y="1097280"/>
            <a:ext cx="2633472" cy="1417320"/>
          </a:xfrm>
          <a:prstGeom prst="rect">
            <a:avLst/>
          </a:prstGeom>
          <a:solidFill>
            <a:srgbClr val="141D35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44768" y="1097280"/>
            <a:ext cx="2633472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91072" y="1298448"/>
            <a:ext cx="548640" cy="548640"/>
          </a:xfrm>
          <a:prstGeom prst="ellipse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43560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67728" y="12618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Integrity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54496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fingerprint comparison for every file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20040" y="2788920"/>
            <a:ext cx="2633472" cy="1417320"/>
          </a:xfrm>
          <a:prstGeom prst="rect">
            <a:avLst/>
          </a:prstGeom>
          <a:solidFill>
            <a:srgbClr val="141D35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20040" y="2788920"/>
            <a:ext cx="2633472" cy="64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66344" y="2990088"/>
            <a:ext cx="548640" cy="548640"/>
          </a:xfrm>
          <a:prstGeom prst="ellipse">
            <a:avLst/>
          </a:prstGeom>
          <a:solidFill>
            <a:srgbClr val="FF4757">
              <a:alpha val="20000"/>
            </a:srgbClr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12724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43000" y="295351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 System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29768" y="3474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notification on any unauthorized modification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246120" y="2788920"/>
            <a:ext cx="2633472" cy="1417320"/>
          </a:xfrm>
          <a:prstGeom prst="rect">
            <a:avLst/>
          </a:prstGeom>
          <a:solidFill>
            <a:srgbClr val="141D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46120" y="2788920"/>
            <a:ext cx="2633472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392424" y="2990088"/>
            <a:ext cx="548640" cy="54864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3127248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069080" y="295351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Event Logs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3355848" y="3474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with date/time for every detected event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144768" y="2788920"/>
            <a:ext cx="2633472" cy="1417320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9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44768" y="2788920"/>
            <a:ext cx="2633472" cy="6400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291072" y="2990088"/>
            <a:ext cx="548640" cy="548640"/>
          </a:xfrm>
          <a:prstGeom prst="ellipse">
            <a:avLst/>
          </a:prstGeom>
          <a:solidFill>
            <a:srgbClr val="00FF9D">
              <a:alpha val="20000"/>
            </a:srgbClr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127248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967728" y="295351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Mechanism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6254496" y="3474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duplicate events to eliminate false alarms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 Controlled Testing Environment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49377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32120" y="1097280"/>
            <a:ext cx="3337560" cy="384048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3560" y="110642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File creation detected with 100% accuracy in all tests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532120" y="1554480"/>
            <a:ext cx="3337560" cy="384048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156362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SHA-256 correctly flagged all unauthorized modifications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32120" y="2011680"/>
            <a:ext cx="3337560" cy="384048"/>
          </a:xfrm>
          <a:prstGeom prst="rect">
            <a:avLst/>
          </a:prstGeom>
          <a:solidFill>
            <a:srgbClr val="141D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202082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Real-time alerts triggered within milliseconds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32120" y="2468880"/>
            <a:ext cx="3337560" cy="384048"/>
          </a:xfrm>
          <a:prstGeom prst="rect">
            <a:avLst/>
          </a:prstGeom>
          <a:solidFill>
            <a:srgbClr val="141D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23560" y="247802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Logging system maintained full timestamped records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32120" y="2926080"/>
            <a:ext cx="3337560" cy="384048"/>
          </a:xfrm>
          <a:prstGeom prst="rect">
            <a:avLst/>
          </a:prstGeom>
          <a:solidFill>
            <a:srgbClr val="141D35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23560" y="293522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Minor lag on large files — resolved with debounce timer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32120" y="3383280"/>
            <a:ext cx="3337560" cy="384048"/>
          </a:xfrm>
          <a:prstGeom prst="rect">
            <a:avLst/>
          </a:prstGeom>
          <a:solidFill>
            <a:srgbClr val="141D35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23560" y="339242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Add terminal screenshot of a real alert to replace this card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Stronger File Security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54864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207008"/>
            <a:ext cx="402336" cy="402336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289304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42416" y="1143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File Access Control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42416" y="14173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strict read/write permissions — only authorized users should access sensitive files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1847088"/>
            <a:ext cx="8412480" cy="658368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1847088"/>
            <a:ext cx="54864" cy="65836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0352" y="1975104"/>
            <a:ext cx="402336" cy="402336"/>
          </a:xfrm>
          <a:prstGeom prst="ellipse">
            <a:avLst/>
          </a:prstGeom>
          <a:solidFill>
            <a:srgbClr val="00FF9D">
              <a:alpha val="20000"/>
            </a:srgbClr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05740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42416" y="19110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Encrypt Sensitive Files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42416" y="21854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AES-256 encryption to files at rest as an additional layer of protection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2615184"/>
            <a:ext cx="8412480" cy="658368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615184"/>
            <a:ext cx="54864" cy="6583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0352" y="2743200"/>
            <a:ext cx="402336" cy="402336"/>
          </a:xfrm>
          <a:prstGeom prst="ellipse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825496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42416" y="2679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Monitor System Logs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42416" y="2953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event logs regularly to spot abnormal access patterns or repeated attempts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65760" y="3383280"/>
            <a:ext cx="8412480" cy="658368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65760" y="3383280"/>
            <a:ext cx="54864" cy="6583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30352" y="3511296"/>
            <a:ext cx="402336" cy="402336"/>
          </a:xfrm>
          <a:prstGeom prst="ellipse">
            <a:avLst/>
          </a:prstGeom>
          <a:solidFill>
            <a:srgbClr val="FF4757">
              <a:alpha val="20000"/>
            </a:srgbClr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593592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42416" y="34472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Antivirus &amp; Firewall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42416" y="37216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updated antivirus software and a firewall to block external and malware threats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65760" y="4151376"/>
            <a:ext cx="8412480" cy="658368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65760" y="4151376"/>
            <a:ext cx="54864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30352" y="4279392"/>
            <a:ext cx="402336" cy="402336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361688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42416" y="4215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Keep System Updated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1042416" y="448970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patch the OS, Python runtime, and all libraries against known vulnerabilities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System Can Be Deployed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69080" cy="1508760"/>
          </a:xfrm>
          <a:prstGeom prst="rect">
            <a:avLst/>
          </a:prstGeom>
          <a:solidFill>
            <a:srgbClr val="141D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960120" cy="1508760"/>
          </a:xfrm>
          <a:prstGeom prst="rect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54864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600200"/>
            <a:ext cx="512064" cy="512064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2821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44752" y="12618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Data Security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44752" y="162763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sensitive company files like contracts, HR records, and financial documents from insider threats and leaks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4069080" cy="1508760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097280"/>
            <a:ext cx="960120" cy="1508760"/>
          </a:xfrm>
          <a:prstGeom prst="rect">
            <a:avLst/>
          </a:prstGeom>
          <a:solidFill>
            <a:srgbClr val="00FF9D">
              <a:alpha val="10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54880" y="1097280"/>
            <a:ext cx="54864" cy="150876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01768" y="1600200"/>
            <a:ext cx="512064" cy="512064"/>
          </a:xfrm>
          <a:prstGeom prst="ellipse">
            <a:avLst/>
          </a:prstGeom>
          <a:solidFill>
            <a:srgbClr val="00FF9D">
              <a:alpha val="20000"/>
            </a:srgbClr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4" y="172821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833872" y="12618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Verification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833872" y="162763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critical software, OS configuration files, or data files have not been altered by malware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5760" y="2880360"/>
            <a:ext cx="4069080" cy="1508760"/>
          </a:xfrm>
          <a:prstGeom prst="rect">
            <a:avLst/>
          </a:prstGeom>
          <a:solidFill>
            <a:srgbClr val="141D35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5760" y="2880360"/>
            <a:ext cx="960120" cy="1508760"/>
          </a:xfrm>
          <a:prstGeom prst="rect">
            <a:avLst/>
          </a:prstGeom>
          <a:solidFill>
            <a:srgbClr val="7B61FF">
              <a:alpha val="1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65760" y="2880360"/>
            <a:ext cx="54864" cy="150876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2648" y="3383280"/>
            <a:ext cx="512064" cy="512064"/>
          </a:xfrm>
          <a:prstGeom prst="ellipse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511296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44752" y="30449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Host-Based IDS (HIDS)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444752" y="341071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lightweight intrusion detection layer — immediately flags unauthorized system or application file changes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754880" y="2880360"/>
            <a:ext cx="4069080" cy="1508760"/>
          </a:xfrm>
          <a:prstGeom prst="rect">
            <a:avLst/>
          </a:prstGeom>
          <a:solidFill>
            <a:srgbClr val="141D35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754880" y="2880360"/>
            <a:ext cx="960120" cy="1508760"/>
          </a:xfrm>
          <a:prstGeom prst="rect">
            <a:avLst/>
          </a:prstGeom>
          <a:solidFill>
            <a:srgbClr val="FF4757">
              <a:alpha val="1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754880" y="2880360"/>
            <a:ext cx="54864" cy="15087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001768" y="3383280"/>
            <a:ext cx="512064" cy="512064"/>
          </a:xfrm>
          <a:prstGeom prst="ellipse">
            <a:avLst/>
          </a:prstGeom>
          <a:solidFill>
            <a:srgbClr val="FF4757">
              <a:alpha val="20000"/>
            </a:srgbClr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784" y="3511296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833872" y="30449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Learning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833872" y="341071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hands-on project for learning Python, cryptographic hashing, event-driven programming, and security concepts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for Next-Level Development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69080" cy="1078992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54864" cy="10789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207008"/>
            <a:ext cx="384048" cy="384048"/>
          </a:xfrm>
          <a:prstGeom prst="rect">
            <a:avLst/>
          </a:prstGeom>
          <a:solidFill>
            <a:srgbClr val="00D4FF">
              <a:alpha val="2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9264" y="1188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 (GUI)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15087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dashboard with tkinter or PyQt showing real-time events, hash status, and logs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4069080" cy="1078992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097280"/>
            <a:ext cx="54864" cy="1078992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0328" y="1207008"/>
            <a:ext cx="384048" cy="384048"/>
          </a:xfrm>
          <a:prstGeom prst="rect">
            <a:avLst/>
          </a:prstGeom>
          <a:solidFill>
            <a:srgbClr val="00FF9D">
              <a:alpha val="22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04104" y="1188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Alerts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04104" y="15087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SMTP or Twilio to send real-time push alerts to admins remotely when breaches occur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95728"/>
            <a:ext cx="4069080" cy="1078992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95728"/>
            <a:ext cx="54864" cy="10789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505456"/>
            <a:ext cx="384048" cy="384048"/>
          </a:xfrm>
          <a:prstGeom prst="rect">
            <a:avLst/>
          </a:prstGeom>
          <a:solidFill>
            <a:srgbClr val="7B61FF">
              <a:alpha val="22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9264" y="24871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 &amp; Logging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" y="280720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logs to AWS S3, Firebase, or Google Cloud for centralized remote monitoring and storage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395728"/>
            <a:ext cx="4069080" cy="1078992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395728"/>
            <a:ext cx="54864" cy="107899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0328" y="2505456"/>
            <a:ext cx="384048" cy="384048"/>
          </a:xfrm>
          <a:prstGeom prst="rect">
            <a:avLst/>
          </a:prstGeom>
          <a:solidFill>
            <a:srgbClr val="FF4757">
              <a:alpha val="22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04104" y="24871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Multi-Directory Support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04104" y="280720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multiple folders and drives simultaneously with a single JSON-based configuration file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0" y="3936492"/>
            <a:ext cx="4069080" cy="1078992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0" y="3936492"/>
            <a:ext cx="54864" cy="10789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70048" y="4046220"/>
            <a:ext cx="384048" cy="384048"/>
          </a:xfrm>
          <a:prstGeom prst="rect">
            <a:avLst/>
          </a:prstGeom>
          <a:solidFill>
            <a:srgbClr val="00D4FF">
              <a:alpha val="2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70048" y="40462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163824" y="40279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Threat Detection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163824" y="434797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machine learning to detect anomalous access patterns and zero-day threats beyond hash checks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Knowledge Gained From This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5577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Python programming to a real cybersecurity problem beyond syntax exercises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experience with the Watchdog library for OS-level filesystem event monitoring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SHA-256 hashing and how cryptographic integrity verification works in practice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the principles of host-based intrusion detection systems (HIDS) and their design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event-driven programming using the observer pattern in Python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debugging, testing, and systematic problem-solving in a security context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audit logging system with timestamps for forensic traceability of file events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0789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Security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737360"/>
            <a:ext cx="2423160" cy="201168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737360"/>
            <a:ext cx="2302002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737360"/>
            <a:ext cx="225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22677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Monitoring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2542032"/>
            <a:ext cx="2423160" cy="201168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542032"/>
            <a:ext cx="2132381" cy="20116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542032"/>
            <a:ext cx="20866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307238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3346704"/>
            <a:ext cx="2423160" cy="201168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346704"/>
            <a:ext cx="2059686" cy="2011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346704"/>
            <a:ext cx="20139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387705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Debug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4151376"/>
            <a:ext cx="2423160" cy="201168"/>
          </a:xfrm>
          <a:prstGeom prst="rect">
            <a:avLst/>
          </a:prstGeom>
          <a:solidFill>
            <a:srgbClr val="14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4151376"/>
            <a:ext cx="1890065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151376"/>
            <a:ext cx="18443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5486400" y="457200"/>
            <a:ext cx="338328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603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804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Project Summary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82296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261872"/>
            <a:ext cx="5349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Built a fully functional real-time file monitoring system using Python &amp; Watchdog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SHA-256 hashing accurately detects even the smallest unauthorized file changes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Instant alert system notifies users the moment a hash mismatch is detected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Timestamped logs provide a complete audit trail for every file system event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Establishes a strong foundation for advanced cybersecurity applications and HIDS tools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3520440"/>
            <a:ext cx="8229600" cy="512064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353872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"Security is not a product, but a process — and this project is a meaningful first step."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4572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4572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71600"/>
            <a:ext cx="9144000" cy="4572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4572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86000"/>
            <a:ext cx="9144000" cy="4572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0"/>
            <a:ext cx="9144000" cy="4572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200400"/>
            <a:ext cx="9144000" cy="4572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657600"/>
            <a:ext cx="9144000" cy="4572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4572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29200"/>
            <a:ext cx="9144000" cy="4572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0"/>
            <a:ext cx="4572" cy="5143500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0"/>
            <a:ext cx="4572" cy="5143500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0"/>
            <a:ext cx="4572" cy="5143500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0"/>
            <a:ext cx="4572" cy="5143500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0"/>
            <a:ext cx="4572" cy="5143500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0"/>
            <a:ext cx="4572" cy="5143500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0"/>
            <a:ext cx="4572" cy="5143500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0"/>
            <a:ext cx="4572" cy="5143500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0"/>
            <a:ext cx="4572" cy="5143500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0"/>
            <a:ext cx="4572" cy="5143500"/>
          </a:xfrm>
          <a:prstGeom prst="rect">
            <a:avLst/>
          </a:prstGeom>
          <a:solidFill>
            <a:srgbClr val="1E3A5F">
              <a:alpha val="3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9144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29" name="Text 27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286000" y="2633472"/>
            <a:ext cx="45720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Monitoring System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Watchdog  ·  SHA-256  ·  Real-Time File Integrity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703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Internship Project  |  2024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File Monitoring System</dc:title>
  <dc:subject>PptxGenJS Presentation</dc:subject>
  <dc:creator>PptxGenJS</dc:creator>
  <cp:lastModifiedBy>PptxGenJS</cp:lastModifiedBy>
  <cp:revision>1</cp:revision>
  <dcterms:created xsi:type="dcterms:W3CDTF">2026-03-28T12:03:53Z</dcterms:created>
  <dcterms:modified xsi:type="dcterms:W3CDTF">2026-03-28T12:03:53Z</dcterms:modified>
</cp:coreProperties>
</file>