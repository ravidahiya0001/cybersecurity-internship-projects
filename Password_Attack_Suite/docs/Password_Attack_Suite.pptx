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822960"/>
            <a:ext cx="914400" cy="914400"/>
          </a:xfrm>
          <a:prstGeom prst="ellipse">
            <a:avLst/>
          </a:prstGeom>
          <a:solidFill>
            <a:srgbClr val="1C1F26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822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Cracking &amp;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Attack Suite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Project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Ravi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 is a critical part of cybersecurity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are easily exploited by attackers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techniques like brute-force &amp; dictionary attacks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77840" y="3017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real-world password vulnerabilities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0" cy="7772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rely on weak and common passwords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640080" cy="7772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awareness about password security risks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640080" cy="7772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88036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vulnerable to credential-based attacks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94760"/>
            <a:ext cx="640080" cy="7772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94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8404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tools to demonstrate these vulnerabilities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password attack techniques in a controlled environment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097280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1500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score password strength using entropy 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54680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#️⃣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hashing algorithms and cracking attempts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154680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1500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detailed security reports for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749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IN SCOPE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457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&amp; Brute-Force Attacks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457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457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Cracking Simulation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457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 Generation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3931920" cy="3749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OUT OF SCOPE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1508760"/>
            <a:ext cx="4572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Hacking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194560"/>
            <a:ext cx="4572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 Attacks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2880360"/>
            <a:ext cx="4572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 Bypass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3566160"/>
            <a:ext cx="4572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System Access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0604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60604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97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260604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097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#️⃣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 hashing library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0604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00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⌨️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017520"/>
            <a:ext cx="260604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200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🪟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83280" y="3840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platform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8096" y="1097280"/>
            <a:ext cx="914400" cy="91440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783080" y="1554480"/>
            <a:ext cx="32004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86000"/>
            <a:ext cx="1691640" cy="2560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1691640" cy="5486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1600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87168" y="1097280"/>
            <a:ext cx="914400" cy="9144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02152" y="1554480"/>
            <a:ext cx="32004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2286000"/>
            <a:ext cx="1691640" cy="2560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2286000"/>
            <a:ext cx="169164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2377440"/>
            <a:ext cx="1600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1097280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21224" y="1554480"/>
            <a:ext cx="32004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2286000"/>
            <a:ext cx="1691640" cy="2560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03904" y="2286000"/>
            <a:ext cx="16916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2377440"/>
            <a:ext cx="1600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25312" y="1097280"/>
            <a:ext cx="914400" cy="91440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940296" y="1554480"/>
            <a:ext cx="32004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22976" y="2286000"/>
            <a:ext cx="1691640" cy="2560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22976" y="2286000"/>
            <a:ext cx="169164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8696" y="2377440"/>
            <a:ext cx="1600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44384" y="1097280"/>
            <a:ext cx="914400" cy="9144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242048" y="2286000"/>
            <a:ext cx="1691640" cy="2560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42048" y="2286000"/>
            <a:ext cx="1691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2377440"/>
            <a:ext cx="1600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Generator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47472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34747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password wordlists from user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name, DOB &amp; common patterns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variations (numbers, symbols, cases)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output to data/wordlists/wordlist.txt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868680"/>
            <a:ext cx="46634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1960" y="960120"/>
            <a:ext cx="4480560" cy="3749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Analyzer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47472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34747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password complexity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bit entropy for strength score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Classifies: Weak / Medium / Strong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from 1 (weakest) to 5 (strongest)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868680"/>
            <a:ext cx="46634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1960" y="960120"/>
            <a:ext cx="4480560" cy="3749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Attack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47472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34747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201168" cy="20116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multiple character combinations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01168" cy="20116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total attempts made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201168" cy="20116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time taken to crack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vulnerability of short/simple passwords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868680"/>
            <a:ext cx="46634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1960" y="960120"/>
            <a:ext cx="4480560" cy="3749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Cracking Module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47472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34747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passwords to MD5/SHA hashes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against wordlist hashes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matching plaintext passwords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hash vulnerability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868680"/>
            <a:ext cx="46634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1960" y="960120"/>
            <a:ext cx="4480560" cy="3749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8288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cracked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'ravi', 'admin', '123456'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64008" cy="18288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841K+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attempts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4-char password in 0.1s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64008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Ravi@123 scored Strong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49.36 bits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63240"/>
            <a:ext cx="6400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'password' hash cracked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wordlist matching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45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uppercase, lowercase, numbers &amp; symbols (12+ chars)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Common Passwords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645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names, DOBs, or dictionary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adds an extra security layer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6072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Password Managers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unique passwords securely with a manager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7772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⚔️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password attack techniques like brute-force &amp; dictionary attacks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73152" cy="7772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19659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Python programming skills through modular project development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0360"/>
            <a:ext cx="73152" cy="7772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#️⃣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29260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hashing algorithms and their role in password security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40480"/>
            <a:ext cx="73152" cy="7772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38862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cybersecurity knowledge in a practical context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07008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070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real-world credential attack risks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441448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41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critical importance of strong, unique passwords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675888"/>
            <a:ext cx="594360" cy="5943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75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611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valuable cybersecurity learning and awareness tool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73152" cy="4572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graphical interface for easier interaction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4114800" cy="502920"/>
          </a:xfrm>
          <a:prstGeom prst="rect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960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Cracking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tools like Hashcat and John the Ripper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4114800" cy="502920"/>
          </a:xfrm>
          <a:prstGeom prst="rect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Simulation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multi-factor authentication bypass attempts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4114800" cy="1828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63240"/>
            <a:ext cx="4114800" cy="502920"/>
          </a:xfrm>
          <a:prstGeom prst="rect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063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Reports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703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detailed PDF/HTML security analysis reports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914400"/>
            <a:ext cx="1188720" cy="118872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Cracking &amp; Credential Attack Suite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Ravi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Cracking &amp; Credential Attack Suite</dc:title>
  <dc:subject>PptxGenJS Presentation</dc:subject>
  <dc:creator>PptxGenJS</dc:creator>
  <cp:lastModifiedBy>PptxGenJS</cp:lastModifiedBy>
  <cp:revision>1</cp:revision>
  <dcterms:created xsi:type="dcterms:W3CDTF">2026-03-28T13:23:28Z</dcterms:created>
  <dcterms:modified xsi:type="dcterms:W3CDTF">2026-03-28T13:23:28Z</dcterms:modified>
</cp:coreProperties>
</file>