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5303520" y="457200"/>
            <a:ext cx="347472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NON-AI  BASED 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4114800" cy="36576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10312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Dahiya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895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103120" y="38953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40233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70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Threat Intelligence?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7830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&amp; analyzing cybersecurity threat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Indicators of Compromise (IOCs)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proactive defense strategies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structured &amp; unstructured sources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960120"/>
            <a:ext cx="44348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430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170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in Cybersecurity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1783080"/>
            <a:ext cx="4069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threat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response time to incidents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security policy decisions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critical infrastructure assets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8686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91440" cy="11430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0972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Slow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144475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analysts spend hours manually sifting through threat logs and feeds, creating dangerous delays in incident response.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8600" y="2331720"/>
            <a:ext cx="8686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2331720"/>
            <a:ext cx="91440" cy="11430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517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4231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Threat Data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143000" y="277063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are scattered across TXT, CSV and log files with inconsistent formats, making correlation and triage extremely difficult.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28600" y="3657600"/>
            <a:ext cx="8686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3657600"/>
            <a:ext cx="91440" cy="11430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776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749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Aggregation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143000" y="409651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lack a unified pipeline to ingest, normalize, and correlate threat indicators from multiple sources.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91440" cy="16916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594360" cy="594360"/>
          </a:xfrm>
          <a:prstGeom prst="oval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115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IOCs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1508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IPs, URLs, and domains from multi-format threat feeds using regex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05840"/>
            <a:ext cx="42062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05840"/>
            <a:ext cx="91440" cy="1691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1417320"/>
            <a:ext cx="594360" cy="594360"/>
          </a:xfrm>
          <a:prstGeom prst="oval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115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Data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715000" y="1508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all extracted indicators into a unified structured format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28600" y="2926080"/>
            <a:ext cx="42062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8600" y="2926080"/>
            <a:ext cx="91440" cy="1691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3337560"/>
            <a:ext cx="594360" cy="594360"/>
          </a:xfrm>
          <a:prstGeom prst="oval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832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Threats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234440" y="3429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IOCs across sources and calculate frequency counts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09160" y="2926080"/>
            <a:ext cx="42062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926080"/>
            <a:ext cx="91440" cy="1691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37760" y="3337560"/>
            <a:ext cx="594360" cy="594360"/>
          </a:xfrm>
          <a:prstGeom prst="oval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8328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71500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Blocklists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715000" y="3429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categorized IP, URL, and domain blocklist files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731520" cy="731520"/>
          </a:xfrm>
          <a:prstGeom prst="oval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8016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1874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 — lightweight, no external dependencies, easy to deploy on any system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92040" y="1143000"/>
            <a:ext cx="731520" cy="731520"/>
          </a:xfrm>
          <a:prstGeom prst="oval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(re)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76072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Engine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92040" y="1874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module — extracts IPs, URLs, domains from raw text and CSV without extra libraries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28600" y="2971800"/>
            <a:ext cx="4206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1480" y="3154680"/>
            <a:ext cx="731520" cy="731520"/>
          </a:xfrm>
          <a:prstGeom prst="oval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Module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28016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Parser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11480" y="3886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module — parses structured threat feeds row-by-row with zero external dependencies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09160" y="2971800"/>
            <a:ext cx="4206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92040" y="3154680"/>
            <a:ext cx="731520" cy="731520"/>
          </a:xfrm>
          <a:prstGeom prst="oval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607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76072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Operations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892040" y="3886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 I/O — reads multi-format feeds and writes blocklists; fully portable and lightweight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828800"/>
            <a:ext cx="1051560" cy="8686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828800"/>
            <a:ext cx="105156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920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2377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/ CSV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61872" y="2226564"/>
            <a:ext cx="146304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44268"/>
            <a:ext cx="118872" cy="24688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1828800"/>
            <a:ext cx="1051560" cy="86868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35608" y="1828800"/>
            <a:ext cx="105156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1920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35608" y="2377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Engine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14600" y="2226564"/>
            <a:ext cx="146304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4328" y="2144268"/>
            <a:ext cx="118872" cy="24688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88336" y="1828800"/>
            <a:ext cx="1051560" cy="8686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88336" y="1828800"/>
            <a:ext cx="105156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1920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88336" y="2377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67328" y="2226564"/>
            <a:ext cx="146304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77056" y="2144268"/>
            <a:ext cx="118872" cy="24688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41064" y="1828800"/>
            <a:ext cx="1051560" cy="868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41064" y="1828800"/>
            <a:ext cx="105156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41064" y="1920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41064" y="2377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20056" y="2226564"/>
            <a:ext cx="146304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9784" y="2144268"/>
            <a:ext cx="118872" cy="24688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93792" y="1828800"/>
            <a:ext cx="1051560" cy="86868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93792" y="1828800"/>
            <a:ext cx="105156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1920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93792" y="2377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LOW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272784" y="2226564"/>
            <a:ext cx="146304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144268"/>
            <a:ext cx="118872" cy="24688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1828800"/>
            <a:ext cx="1051560" cy="8686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1828800"/>
            <a:ext cx="105156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1920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 Gen.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46520" y="2377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525512" y="2226564"/>
            <a:ext cx="146304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2144268"/>
            <a:ext cx="118872" cy="24688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9248" y="1828800"/>
            <a:ext cx="1051560" cy="8686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99248" y="1828800"/>
            <a:ext cx="105156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9248" y="1920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99248" y="2377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28600" y="1371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 PIPELINE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" y="2880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transforms raw threat data into actionable intelligence outputs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371600" y="3429000"/>
            <a:ext cx="228600" cy="20116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64208" y="3429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Phase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83280" y="3429000"/>
            <a:ext cx="22860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429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94960" y="3429000"/>
            <a:ext cx="228600" cy="20116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87568" y="3429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06640" y="3429000"/>
            <a:ext cx="228600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99248" y="3429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Phase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1920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1920240" cy="10972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572768"/>
            <a:ext cx="594360" cy="594360"/>
          </a:xfrm>
          <a:prstGeom prst="oval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1848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/ CSV Files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77440" y="1371600"/>
            <a:ext cx="1920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77440" y="1371600"/>
            <a:ext cx="1920240" cy="10972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35808" y="1572768"/>
            <a:ext cx="594360" cy="594360"/>
          </a:xfrm>
          <a:prstGeom prst="oval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61848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2316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42316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CSV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480560" y="1371600"/>
            <a:ext cx="1920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80560" y="1371600"/>
            <a:ext cx="192024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38928" y="1572768"/>
            <a:ext cx="594360" cy="594360"/>
          </a:xfrm>
          <a:prstGeom prst="oval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61848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262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2628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583680" y="1371600"/>
            <a:ext cx="1920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583680" y="1371600"/>
            <a:ext cx="192024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242048" y="1572768"/>
            <a:ext cx="594360" cy="594360"/>
          </a:xfrm>
          <a:prstGeom prst="oval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1618488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294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62940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480560" y="3200400"/>
            <a:ext cx="1920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480560" y="3200400"/>
            <a:ext cx="1920240" cy="1097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138928" y="3401568"/>
            <a:ext cx="594360" cy="594360"/>
          </a:xfrm>
          <a:prstGeom prst="oval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3447288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52628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Module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52628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Blocklists + Report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2194560" y="2066544"/>
            <a:ext cx="164592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2322576" y="1975104"/>
            <a:ext cx="91440" cy="2560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297680" y="2066544"/>
            <a:ext cx="164592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425696" y="1975104"/>
            <a:ext cx="91440" cy="2560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400800" y="2066544"/>
            <a:ext cx="164592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528816" y="1975104"/>
            <a:ext cx="91440" cy="2560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7543800" y="2944368"/>
            <a:ext cx="73152" cy="2926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5486400" y="3200400"/>
            <a:ext cx="2121408" cy="7315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394960" y="3090672"/>
            <a:ext cx="109728" cy="27432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176272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4160520" y="1920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700" dirty="0"/>
          </a:p>
        </p:txBody>
      </p:sp>
      <p:sp>
        <p:nvSpPr>
          <p:cNvPr id="47" name="Text 40"/>
          <p:cNvSpPr/>
          <p:nvPr/>
        </p:nvSpPr>
        <p:spPr>
          <a:xfrm>
            <a:off x="6309360" y="1920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475488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7548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parser.py  —  Core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4434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Define IOC patterns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ip_pat  = r"\b(\d{1,3}\.){3}\d{1,3}\b"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url_pat = r"https?://[^\s]+"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dom_pat = r"[a-z0-9.-]+\.[a-z]{2,}"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Extract from each line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feed_data: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ips   = re.findall(ip_pat,  line)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urls  = re.findall(url_pat, line)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doms  = re.findall(dom_pat, line)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Normalize + tag source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iocs.append({type, value, source})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66360" y="1005840"/>
            <a:ext cx="37490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66360" y="1005840"/>
            <a:ext cx="91440" cy="11430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0" y="1097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0" y="14447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URL, domain patterns applied to raw text and CSV rows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66360" y="2331720"/>
            <a:ext cx="37490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66360" y="2331720"/>
            <a:ext cx="91440" cy="11430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6517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4360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943600" y="27706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IOC types extracted and tagged with their source file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166360" y="3657600"/>
            <a:ext cx="37490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66360" y="3657600"/>
            <a:ext cx="91440" cy="11430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9776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94360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943600" y="40965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IOCs stored as typed dictionaries for further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IOC DATA OUTPUT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8686800" cy="384048"/>
          </a:xfrm>
          <a:prstGeom prst="rect">
            <a:avLst/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OUTPUT  ▸  Normalized IOC Data  (type | value | source)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8686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screenshot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508760"/>
            <a:ext cx="8503920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format: type | value | source  —  ready for correlation and risk scoring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IOC DATA WITH RISK LEVELS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8686800" cy="384048"/>
          </a:xfrm>
          <a:prstGeom prst="rect">
            <a:avLst/>
          </a:prstGeom>
          <a:solidFill>
            <a:srgbClr val="1A0000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OUTPUT  ▸  Correlated IOC Data  (type | value | source | count | risk)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0" y="987552"/>
            <a:ext cx="2148840" cy="25603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9966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malware.com  count: 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8686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/home/claude/screenshot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508760"/>
            <a:ext cx="8503920" cy="3291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appearing ≥2 times classified as HIGH RISK  •  malware.com count: 2  •  count + risk fields added per source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BLOCKLIST FILES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2286000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BLOCKLIST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2286000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87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BLOCKLIST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37160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/home/claude/screenshot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463040"/>
            <a:ext cx="3931920" cy="32918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800600" y="137160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/home/claude/screenshot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1463040"/>
            <a:ext cx="3931920" cy="32918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600" y="486460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blocklist files generated for IPs, URLs, and Domains — ready for firewall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640080" cy="640080"/>
          </a:xfrm>
          <a:prstGeom prst="oval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IOC Extraction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9202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accurately extract IPs, URLs, and domains from TXT and CSV feeds using defined pattern matching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188720"/>
            <a:ext cx="640080" cy="640080"/>
          </a:xfrm>
          <a:prstGeom prst="oval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Threats Detected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19202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 identifies malware.com (×3) and bad-site.com (×2) as HIGH risk across multiple feed sources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8600" y="297180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3154680"/>
            <a:ext cx="640080" cy="640080"/>
          </a:xfrm>
          <a:prstGeom prst="oval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11480" y="38862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normalized and correlated data stored in clean dictionary format suitable for downstream SIEM integration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09160" y="297180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3154680"/>
            <a:ext cx="640080" cy="640080"/>
          </a:xfrm>
          <a:prstGeom prst="oval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Blocklists Generated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92040" y="38862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blocklist files (domain, IP, URL) created automatically from the aggregated threat intelligence data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8686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685800" cy="9144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6012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6128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0332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Blocklists Actively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00200" y="139903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generated IP, URL, and domain blocklists directly into firewall rules, IDS/IPS, and DNS sinkholes for immediate threat blocking.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1984248"/>
            <a:ext cx="8686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" y="1984248"/>
            <a:ext cx="685800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1984248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85416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2057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Detection Pipelines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600200" y="242316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aggregator to run at regular intervals, ingesting new threat feeds automatically and updating blocklists in real-time.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28600" y="3008376"/>
            <a:ext cx="8686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8600" y="3008376"/>
            <a:ext cx="6858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28600" y="3008376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09544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0815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System Monitoring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600200" y="34472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generated intelligence with SIEM tools to monitor network activity for IOC matches and generate automated alerts.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28600" y="4032504"/>
            <a:ext cx="8686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8600" y="4032504"/>
            <a:ext cx="685800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28600" y="4032504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33672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1056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Threat Feeds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600200" y="447141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input data by subscribing to public and commercial threat intelligence feeds (e.g., AlienVault OTX, MISP, VirusTotal).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4206240" cy="10972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594360" cy="594360"/>
          </a:xfrm>
          <a:prstGeom prst="oval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1704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Skills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18745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regex pattern writing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and CSV parsing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structuring with dicts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05840"/>
            <a:ext cx="4206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05840"/>
            <a:ext cx="420624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234440"/>
            <a:ext cx="594360" cy="594360"/>
          </a:xfrm>
          <a:prstGeom prst="oval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11704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Concepts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92040" y="18745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types and threat feeds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logic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Blocklist-based defense strategy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28600" y="3017520"/>
            <a:ext cx="4206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8600" y="3017520"/>
            <a:ext cx="420624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1480" y="3246120"/>
            <a:ext cx="594360" cy="594360"/>
          </a:xfrm>
          <a:prstGeom prst="oval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1821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11480" y="38862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normalization pipelines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 correlation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generation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09160" y="3017520"/>
            <a:ext cx="4206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017520"/>
            <a:ext cx="4206240" cy="1097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92040" y="3246120"/>
            <a:ext cx="594360" cy="594360"/>
          </a:xfrm>
          <a:prstGeom prst="oval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9184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560" y="31821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92040" y="38862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tool design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architecture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 solving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8686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86868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Intelligence Aggregator successfully demonstrates a fully functional, Python-based, non-AI pipeline that automates the extraction, normalization, correlation, and risk classification of Indicators of Compromise from multiple threat feed formats.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423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3774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IOC pipeline — no AI/ML dependencies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26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880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support: TXT and CSV threat feeds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290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3383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HIGH/LOW risk classification via frequency-based correlation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319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3886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ready-to-deploy blocklist files generated as output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43484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4389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cybersecurity engineering with pure Python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743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8686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24712"/>
            <a:ext cx="594360" cy="594360"/>
          </a:xfrm>
          <a:prstGeom prst="oval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332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Integration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14173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threat intelligence APIs (VirusTotal, Shodan, AlienVault OTX) for continuously updated IOC ingestion and scoring.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984248"/>
            <a:ext cx="8686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148840"/>
            <a:ext cx="594360" cy="594360"/>
          </a:xfrm>
          <a:prstGeom prst="oval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945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0574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Integration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44144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classifiers to automate anomaly detection, false-positive reduction, and predictive threat scoring based on historical patterns.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8600" y="3008376"/>
            <a:ext cx="8686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172968"/>
            <a:ext cx="594360" cy="594360"/>
          </a:xfrm>
          <a:prstGeom prst="oval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1868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081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05840" y="346557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web-based or desktop GUI dashboard using Flask/Django or Tkinter for analysts to visualize threats without command-line usage.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28600" y="4032504"/>
            <a:ext cx="8686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4197096"/>
            <a:ext cx="594360" cy="594360"/>
          </a:xfrm>
          <a:prstGeom prst="oval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242816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41056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Backend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05840" y="448970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IOCs in SQLite or PostgreSQL for persistent threat tracking, historical queries, and trend analysis across multiple ingestion cycles.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200400" y="3657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2743200" y="2331720"/>
            <a:ext cx="36576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6000" y="3246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93192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Dahiya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0" y="3630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0" y="3630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0" y="40142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0" y="4014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Aggregator  •  Non-AI Based  •  Cybersecurity Internship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Intelligence Aggregator</dc:title>
  <dc:subject>PptxGenJS Presentation</dc:subject>
  <dc:creator>Ravi Dahiya</dc:creator>
  <cp:lastModifiedBy>Ravi Dahiya</cp:lastModifiedBy>
  <cp:revision>1</cp:revision>
  <dcterms:created xsi:type="dcterms:W3CDTF">2026-03-25T12:08:22Z</dcterms:created>
  <dcterms:modified xsi:type="dcterms:W3CDTF">2026-03-25T12:08:22Z</dcterms:modified>
</cp:coreProperties>
</file>