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09728"/>
            <a:ext cx="2560320" cy="50292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93408" y="109728"/>
            <a:ext cx="45720" cy="5029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457200"/>
            <a:ext cx="2194560" cy="0"/>
          </a:xfrm>
          <a:prstGeom prst="line">
            <a:avLst/>
          </a:prstGeom>
          <a:noFill/>
          <a:ln w="6350">
            <a:solidFill>
              <a:srgbClr val="1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1188720"/>
            <a:ext cx="2194560" cy="0"/>
          </a:xfrm>
          <a:prstGeom prst="line">
            <a:avLst/>
          </a:prstGeom>
          <a:noFill/>
          <a:ln w="6350">
            <a:solidFill>
              <a:srgbClr val="1A4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1920240"/>
            <a:ext cx="2194560" cy="0"/>
          </a:xfrm>
          <a:prstGeom prst="line">
            <a:avLst/>
          </a:prstGeom>
          <a:noFill/>
          <a:ln w="6350">
            <a:solidFill>
              <a:srgbClr val="1A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2651760"/>
            <a:ext cx="2194560" cy="0"/>
          </a:xfrm>
          <a:prstGeom prst="line">
            <a:avLst/>
          </a:prstGeom>
          <a:noFill/>
          <a:ln w="6350">
            <a:solidFill>
              <a:srgbClr val="1A4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3383280"/>
            <a:ext cx="2194560" cy="0"/>
          </a:xfrm>
          <a:prstGeom prst="line">
            <a:avLst/>
          </a:prstGeom>
          <a:noFill/>
          <a:ln w="6350">
            <a:solidFill>
              <a:srgbClr val="1A4A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4114800"/>
            <a:ext cx="2194560" cy="0"/>
          </a:xfrm>
          <a:prstGeom prst="line">
            <a:avLst/>
          </a:prstGeom>
          <a:noFill/>
          <a:ln w="6350">
            <a:solidFill>
              <a:srgbClr val="1A4A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640080"/>
            <a:ext cx="219456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40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PROJECT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10515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Registry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" y="16916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Monitoring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20040" y="23317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1148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Dahiya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977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Harshit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50292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77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8229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Registry is a hierarchical database built into the Windows 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737360"/>
            <a:ext cx="50292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737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7830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critical configuration data for system, applications, and hardware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" y="2697480"/>
            <a:ext cx="86868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697480"/>
            <a:ext cx="50292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97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7432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system startup, user preferences, and runtime operations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" y="3657600"/>
            <a:ext cx="86868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657600"/>
            <a:ext cx="50292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6576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targeted by malware for achieving persistence on compromised systems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54864" cy="7772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365760" cy="36576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8229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registry changes often go unnoticed by system administrators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86868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737360"/>
            <a:ext cx="54864" cy="7772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20240"/>
            <a:ext cx="365760" cy="36576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783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exploits registry entries to establish persistence after system reboot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28600" y="2697480"/>
            <a:ext cx="86868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97480"/>
            <a:ext cx="54864" cy="7772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80360"/>
            <a:ext cx="365760" cy="36576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743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of registry tampering is difficult, slow, and error-prone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28600" y="3657600"/>
            <a:ext cx="86868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657600"/>
            <a:ext cx="54864" cy="7772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40480"/>
            <a:ext cx="365760" cy="36576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Windows systems lack real-time registry change monitoring capabilities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 build a Python-based tool that monitors critical Windows Registry keys for unauthorized changes and alerts the user in real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4297680" cy="71323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5029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344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critical registry keys in real time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2148840"/>
            <a:ext cx="4297680" cy="71323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148840"/>
            <a:ext cx="5029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148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1945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unauthorized additions, deletions, or modifications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8600" y="3063240"/>
            <a:ext cx="4297680" cy="71323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063240"/>
            <a:ext cx="5029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063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1089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suspicious and malware-like registry entries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1234440"/>
            <a:ext cx="4297680" cy="71323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234440"/>
            <a:ext cx="5029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2344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12801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real-time alerts and maintain audit logs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09160" y="2148840"/>
            <a:ext cx="4297680" cy="71323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148840"/>
            <a:ext cx="5029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19456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demonstrate registry-based attack techniques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58368"/>
            <a:ext cx="420624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42062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97280"/>
            <a:ext cx="54864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3385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selected startup registry paths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901952"/>
            <a:ext cx="42062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901952"/>
            <a:ext cx="54864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385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newly added and deleted registry entries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2706624"/>
            <a:ext cx="42062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706624"/>
            <a:ext cx="54864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4320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keyword-based malware detection logic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8600" y="3511296"/>
            <a:ext cx="42062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511296"/>
            <a:ext cx="54864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478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detected changes and generating real-time alerts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658368"/>
            <a:ext cx="4206240" cy="3474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6583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OUT OF SCOPE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097280"/>
            <a:ext cx="42062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097280"/>
            <a:ext cx="54864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13385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registry monitoring (all hives and keys)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09160" y="1901952"/>
            <a:ext cx="42062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901952"/>
            <a:ext cx="54864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9385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 or complex malware analysis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09160" y="2706624"/>
            <a:ext cx="42062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706624"/>
            <a:ext cx="54864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74320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deletion or restoration of entries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09160" y="3511296"/>
            <a:ext cx="42062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511296"/>
            <a:ext cx="54864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5478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system or network-wide monitoring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13232"/>
            <a:ext cx="4297680" cy="80467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758952"/>
            <a:ext cx="91440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758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786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 used to build baseline and monitoring scripts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713232"/>
            <a:ext cx="4297680" cy="80467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758952"/>
            <a:ext cx="91440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758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786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winreg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0972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Python module for accessing and reading Windows Registry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4297680" cy="80467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764792"/>
            <a:ext cx="91440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1792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2103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store baseline snapshot of registry entries for comparison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1719072"/>
            <a:ext cx="4297680" cy="80467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764792"/>
            <a:ext cx="91440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792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2103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used for writing, debugging, and running project scripts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423160" y="2724912"/>
            <a:ext cx="4297680" cy="804672"/>
          </a:xfrm>
          <a:prstGeom prst="rect">
            <a:avLst/>
          </a:prstGeom>
          <a:solidFill>
            <a:srgbClr val="1E2D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2770632"/>
            <a:ext cx="91440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770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27980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60320" y="31089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executing scripts and observing real-time monitoring output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Architecture (Figure 7.1)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58368"/>
            <a:ext cx="301752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20440" y="658368"/>
            <a:ext cx="53949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20440" y="65836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75888" y="6766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Registry Path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75888" y="9052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startup-related registry keys to monitor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20440" y="1243584"/>
            <a:ext cx="53949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1243584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75888" y="12618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Baseline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75888" y="1490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baseline.py → snapshot stored in JSON file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520440" y="1828800"/>
            <a:ext cx="53949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0440" y="182880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75888" y="18470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Start Monitoring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75888" y="20756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monitor.py → continuously scans registry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520440" y="2414016"/>
            <a:ext cx="53949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20440" y="2414016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75888" y="24323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 with Baseline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75888" y="26609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new entries or deleted entries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520440" y="2999232"/>
            <a:ext cx="53949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20440" y="2999232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75888" y="30175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Keyword Check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75888" y="32461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suspicious names using malware keywords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520440" y="3584448"/>
            <a:ext cx="53949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20440" y="35844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75888" y="36027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Alert &amp; Log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75888" y="38313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alert in CLI and write to log.txt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520440" y="4169664"/>
            <a:ext cx="53949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20440" y="4169664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75888" y="4187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Repeat Loop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675888" y="44165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loop for real-time detection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28600" y="48463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7.1: Workflow Diagram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Steps 1 to 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58368"/>
            <a:ext cx="8686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Selection of Registry Path  (Figure 8.1)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069848"/>
            <a:ext cx="8686800" cy="5029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Path:  HKEY_CURRENT_USER\Software\Microsoft\Windows\CurrentVersion\Run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6367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startup path is monitored as malware commonly adds entries here to auto-execute on boot.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8686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93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Baseline Creation  (Figure 8.2)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baseline.py to capture a snapshot of the current registry and store it in baseline.json.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743200"/>
            <a:ext cx="8686800" cy="19385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28600" y="469087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8.2: Baseline Creation Output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Step 3: Start Monitoring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58368"/>
            <a:ext cx="8686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Start Monitoring  (Figure 8.3)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monitor.py → the script continuously scans the selected registry path and compares it against the stored baseline snapshot. Any difference triggers an alert.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00200"/>
            <a:ext cx="8686800" cy="3108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473659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8.3: Monitoring Process Started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Steps 4 &amp; 5: Entry Detection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58368"/>
            <a:ext cx="420624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New Entry Detection  (Figure 8.4)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069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entries that were added after the baseline was created.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63040"/>
            <a:ext cx="4206240" cy="1325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281635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8.4: New Entry Detection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658368"/>
            <a:ext cx="4206240" cy="34747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Deleted Entry Detection  (Figure 8.5)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54880" y="1069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entries that existed in baseline but are now removed.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4206240" cy="1325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281635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8.5: Deleted Entry Detection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28600" y="3090672"/>
            <a:ext cx="8686800" cy="166420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11480" y="3493008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Entry:  </a:t>
            </a:r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exists in current snapshot but NOT in baseline  →  🚨 Alert raised
</a:t>
            </a:r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Entry:  </a:t>
            </a:r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exists in baseline but NOT in current scan  →  ⚠️ Confirmed Deleted alert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Steps 6 &amp; 7: Malware &amp; Continuous Monitoring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58368"/>
            <a:ext cx="8686800" cy="3474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Malware Detection  (Figure 8.6)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698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entry name matches a suspicious keyword (e.g., "malware", "virus", "trojan"), a "Possible Malware Detected!" alert is triggered in CLI.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81328"/>
            <a:ext cx="8686800" cy="1280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27889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8.6: Malware Detection Alert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" y="3035808"/>
            <a:ext cx="8686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30358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Continuous Monitoring  (Figure 8.7)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4381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loop runs indefinitely, scanning the registry at regular intervals to provide persistent real-time protection.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58768"/>
            <a:ext cx="8686800" cy="1005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8600" y="4882896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8.7: Continuous Monitoring Process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85800"/>
            <a:ext cx="8686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54864" cy="5943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04672"/>
            <a:ext cx="86868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7589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created successfully — registry snapshot saved to baseline.json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" y="1399032"/>
            <a:ext cx="8686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99032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517904"/>
            <a:ext cx="868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5179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14721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confirmed — monitor.py runs continuously without interruption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8600" y="2112264"/>
            <a:ext cx="8686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112264"/>
            <a:ext cx="54864" cy="5943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231136"/>
            <a:ext cx="86868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3113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1854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entries detected accurately — newly added registry keys identified immediately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28600" y="2825496"/>
            <a:ext cx="8686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825496"/>
            <a:ext cx="54864" cy="59436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944368"/>
            <a:ext cx="868680" cy="34747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44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28986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entries detected — removed registry keys flagged with 'Confirmed Deleted' alert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8600" y="3538728"/>
            <a:ext cx="8686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538728"/>
            <a:ext cx="54864" cy="59436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657600"/>
            <a:ext cx="868680" cy="3474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6576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36118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alerts triggered correctly — keyword 'test_malware' flagged as possible malware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28600" y="4251960"/>
            <a:ext cx="8686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4251960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4370832"/>
            <a:ext cx="868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3708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43251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confirmed — loop repeats and detects all subsequent changes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8580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5029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8580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795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Registry Access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1064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write permissions on critical registry keys to prevent unauthorized modifications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68580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685800"/>
            <a:ext cx="5029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68580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795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Continuous Monitoring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1064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monitoring tools like this system to detect any registry changes in real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10312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103120"/>
            <a:ext cx="5029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03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Registry Backups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252374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backup the registry to allow fast recovery from malicious changes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103120"/>
            <a:ext cx="5029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03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0352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Trusted Software Only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252374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running unknown executables which may silently create persistence registry entries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" y="352044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520440"/>
            <a:ext cx="5029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5204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" y="3630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Antivirus &amp; UAC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94106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antivirus updated and maintain User Account Control to block unauthorized access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52044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520440"/>
            <a:ext cx="5029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204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03520" y="3630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Registry Reviews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394106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audit startup and run keys for suspicious or unrecognized entries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8580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1508760"/>
            <a:ext cx="777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Registry Structure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11430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in-depth understanding of hives, keys, values, and registry hierarchy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68580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508760"/>
            <a:ext cx="777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System-Level Scripting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11430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use winreg module for registry access and programmatic monitoring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10312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2926080"/>
            <a:ext cx="777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&amp; Alerts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1480" y="2560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continuous loop-based detection with CLI alert output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926080"/>
            <a:ext cx="777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Method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92040" y="2560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snapshot-based comparison logic using JSON serialization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" y="352044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4343400"/>
            <a:ext cx="777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4343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611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Malware Detection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11480" y="3977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keyword-based detection to identify suspicious registry entries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520440"/>
            <a:ext cx="42976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4343400"/>
            <a:ext cx="777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4343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3611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Problem Solving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892040" y="3977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Python script errors, registry access issues, and false positives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3716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"/>
            <a:ext cx="54864" cy="4919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664208"/>
            <a:ext cx="86868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664208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73936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7190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successfully detects registry changes in real time without user intervention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86868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304288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414016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35915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registry entries and deleted entries are both accurately identified and alerted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2944368"/>
            <a:ext cx="86868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944368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054096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9992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logic correctly flags suspicious or malware-related entry names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584448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694176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6393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loop and detailed logging provide a strong audit trail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86868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224528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4334256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27939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establishes a solid foundation for advanced cybersecurity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85800"/>
            <a:ext cx="8686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59436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858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795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Interface: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795528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graphical dashboard for easier interaction, log viewing, and configuration management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490472"/>
            <a:ext cx="8686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490472"/>
            <a:ext cx="59436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49047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Malware Detection: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6002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signature-based and behavioral analysis to improve malware identification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295144"/>
            <a:ext cx="8686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295144"/>
            <a:ext cx="59436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29514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" y="2404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Notifications: 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240487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instant email or desktop alerts when suspicious registry changes are detected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099816"/>
            <a:ext cx="8686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099816"/>
            <a:ext cx="59436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09981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2688" y="32095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Response: 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06040" y="3209544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Auto-delete or restore registry entries upon detection of known malicious patterns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3904488"/>
            <a:ext cx="8686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904488"/>
            <a:ext cx="59436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90448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32688" y="40142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Integration: 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06040" y="401421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SIEM tools and enterprise security platforms for organization-wide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Registry Change Monitoring System</dc:title>
  <dc:subject>PptxGenJS Presentation</dc:subject>
  <dc:creator>Ravi Dahiya</dc:creator>
  <cp:lastModifiedBy>Ravi Dahiya</cp:lastModifiedBy>
  <cp:revision>1</cp:revision>
  <dcterms:created xsi:type="dcterms:W3CDTF">2026-03-21T12:07:27Z</dcterms:created>
  <dcterms:modified xsi:type="dcterms:W3CDTF">2026-03-21T12:07:27Z</dcterms:modified>
</cp:coreProperties>
</file>