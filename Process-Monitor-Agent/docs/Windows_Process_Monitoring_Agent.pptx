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Total Processes</c:v>
                  </c:pt>
                  <c:pt idx="1">
                    <c:v>Unknown Processes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258</c:v>
                </c:pt>
                <c:pt idx="1">
                  <c:v>131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822960"/>
            <a:ext cx="1463040" cy="1463040"/>
          </a:xfrm>
          <a:prstGeom prst="rect">
            <a:avLst/>
          </a:prstGeom>
          <a:solidFill>
            <a:srgbClr val="1565C0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9144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2286000" y="8229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 &amp;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 Agent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2286000" y="2331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Cybersecurity Monitoring Tool for Windows Systems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2880360"/>
            <a:ext cx="8046720" cy="0"/>
          </a:xfrm>
          <a:prstGeom prst="line">
            <a:avLst/>
          </a:prstGeom>
          <a:noFill/>
          <a:ln w="1524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Ravi Dahiya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Cybersecurity Intern  |  Organization: Unified Mentor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 Matter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processes run silently — some are legitimate, others may be malicious.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Are Hidden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system processes or create rogue programs running in the background.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monitoring agent that detects and flags suspicious process behavior.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960120"/>
            <a:ext cx="292608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🔍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Process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21945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Detect • Analyze • Protect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Windows Systems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Security Tool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74320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⚙️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Too Many Processes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201168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Windows runs hundreds of processes simultaneously — impossible to monitor manually.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4320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🦠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9184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Hidden Malware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2697480"/>
            <a:ext cx="201168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Malware and unauthorized apps run secretly, compromising system security.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274320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🚨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No Automation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697480"/>
            <a:ext cx="201168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There is no built-in tool to automatically detect suspicious process activity.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5156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0515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Monitor running processes in the Windows 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728216"/>
            <a:ext cx="841248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81965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8196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Analyze parent–child relationships between processes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49631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8775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87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5877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Monitor the status of Windows services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264408"/>
            <a:ext cx="841248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35584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35584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Detect processes running from temporary directories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0325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4123944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2394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Generate logs for security analysis and monitoring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51206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05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Python-Based Monitoring 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comprehensive tool that scans running processes, identifies parent processes, checks Windows service status, and detects suspicious activities. All results are displayed in terminal and saved to log files.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14600"/>
            <a:ext cx="822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60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🔎 Process Scanning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136392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36392"/>
            <a:ext cx="822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821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👨‍👧 Parent ID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58184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58184"/>
            <a:ext cx="822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80390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🛠 Service Status Check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514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514600"/>
            <a:ext cx="822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560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📁 Temp Folder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136392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3136392"/>
            <a:ext cx="822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1821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📋 Log File Generation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960120"/>
            <a:ext cx="310896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1005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0" y="1737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Windows 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</a:rPr>
              <a:t>Programming Language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005840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psutil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</a:rPr>
              <a:t>Process Monitoring Library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743200" cy="1600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🪟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Windows 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</a:rPr>
              <a:t>Target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114800" cy="1600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0175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PowerShell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</a:rPr>
              <a:t>System Tool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114800" cy="1600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30175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800600" y="3703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VS Code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</a:rPr>
              <a:t>Development 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645920"/>
            <a:ext cx="2286000" cy="137160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6916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91440" cy="-347472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2148840"/>
            <a:ext cx="822960" cy="-320040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623560" y="2834640"/>
            <a:ext cx="731520" cy="566928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29000" y="2834640"/>
            <a:ext cx="-1097280" cy="566928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429000" y="2148840"/>
            <a:ext cx="-1143000" cy="-320040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520440" y="841248"/>
            <a:ext cx="1737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914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🔎  Process Scanner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1737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490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👨‍👧  Parent–Child Analyzer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1737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33649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🛠  Service Monitor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291840"/>
            <a:ext cx="1737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3649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📁  Temp Folder Detector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1417320"/>
            <a:ext cx="173736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1490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 Log File Generator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The system scans ALL running processes and collects key information: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🏷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Process Name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8288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063240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The name of each executable running on the system (e.g., chrome.exe, svchost.exe).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4173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4173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🔢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246120" y="2514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Process ID (PID)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1880" y="2971800"/>
            <a:ext cx="18288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063240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A unique identifier assigned to every running process by the operating system.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4173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👨‍👧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126480" y="2514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Parent Process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2971800"/>
            <a:ext cx="18288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3063240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The process that created or spawned the current process — crucial for detecting anomalies.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Parent–Child Process Detection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286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97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Boot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8760" y="1828800"/>
            <a:ext cx="0" cy="256032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48840"/>
            <a:ext cx="2286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945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Parent 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(e.g. explorer.exe)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08760" y="2926080"/>
            <a:ext cx="0" cy="256032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46120"/>
            <a:ext cx="2286000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291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Child 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(e.g. chrome.exe)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08760" y="4023360"/>
            <a:ext cx="0" cy="256032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160520"/>
            <a:ext cx="2286000" cy="7772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Suspicious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 Chain?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100584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150876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Every process has a parent — the agent maps these relationships.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Unusual parent–child chains (e.g. Word spawning PowerShell) are flagged.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Detected anomalies are logged for further investigation.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154680"/>
            <a:ext cx="56692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246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363931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Attackers often leverage legitimate processes to hide malicious activity. Detecting unexpected parent–child chains is a key indicator of compromise (IoC).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10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7E"/>
                </a:solidFill>
              </a:rPr>
              <a:t>Windows services run silently in the background — monitoring them reveals abnormal behavior.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02336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</a:rPr>
              <a:t>🟢 Running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</a:rPr>
              <a:t>Service is active and functioning normally. Essential for OS operations.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4023360" cy="146304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🔴 Stopped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</a:rPr>
              <a:t>Service has halted. Could indicate a crash, attack, or intentional shutdown.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731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🔍  Scans all registered Windows services automatically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84124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56432"/>
            <a:ext cx="731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02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📊  Reports current status: Running / Stopped / Paused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95344"/>
            <a:ext cx="731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41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⚠️  Flags abnormal service states for review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334256"/>
            <a:ext cx="84124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334256"/>
            <a:ext cx="731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799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📋  Results stored in monitor_log.txt for audit trail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Detection — Temp Folder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11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841248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5100"/>
                </a:solidFill>
              </a:rPr>
              <a:t>⚠️  Many malware programs execute from %TEMP% directories to evade detection!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4937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How the Agent Detects This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</a:rPr>
              <a:t>Scans all process executable paths in real-time.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</a:rPr>
              <a:t>Checks if path contains Temp, AppData\Local\Temp, or %TEMP%.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</a:rPr>
              <a:t>Flags such processes as potentially malicious.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</a:rPr>
              <a:t>Reports findings in both terminal output and log file.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0" y="1645920"/>
            <a:ext cx="3200400" cy="2743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 Level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2148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🔴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57784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</a:rPr>
              <a:t>HIGH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2160" y="3337560"/>
            <a:ext cx="246888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Processes from temp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folders are a strong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indicator of malware.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Generation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12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914400"/>
            <a:ext cx="5486400" cy="685800"/>
          </a:xfrm>
          <a:prstGeom prst="rect">
            <a:avLst/>
          </a:prstGeom>
          <a:solidFill>
            <a:srgbClr val="1B2A4A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9144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📄  monitor_log.txt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82296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</a:rPr>
              <a:t>⚙️  Process Information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Name, PID, parent process, and executable path for every scanned process.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783080"/>
            <a:ext cx="82296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874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</a:rPr>
              <a:t>🛠  Service Status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46320" y="22585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Complete list of Windows services with their current running state.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82296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91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</a:rPr>
              <a:t>🔐  Security Analysis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Summary of suspicious processes, temp folder detections, and alerts.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00400"/>
            <a:ext cx="82296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91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</a:rPr>
              <a:t>🕒  Timestamped Records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46320" y="367588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All entries are time-stamped for audit trails and forensic review.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13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2011680" cy="2468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🔎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258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12801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Total Processes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Scanned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04872" y="1005840"/>
            <a:ext cx="2011680" cy="24688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04872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04872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0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2770632" y="2560320"/>
            <a:ext cx="12801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Suspicious Parent–Child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Relations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81144" y="1005840"/>
            <a:ext cx="2011680" cy="24688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81144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81144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0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4946904" y="2560320"/>
            <a:ext cx="12801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Processes from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Temp Directory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57416" y="1005840"/>
            <a:ext cx="2011680" cy="2468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57416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757416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131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7123176" y="2560320"/>
            <a:ext cx="12801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Unknown Processes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Detected</a:t>
            </a:r>
            <a:endParaRPr lang="en-US" sz="11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3611880"/>
          <a:ext cx="841248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164592" y="4892040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91032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Windows Service &amp; Process Monitoring Agent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457200" y="1005840"/>
            <a:ext cx="82296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1097280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8992" y="1097280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Successfully monitors Windows processes and services in real-time.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1719072"/>
            <a:ext cx="82296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1810512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78992" y="1810512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Identifies suspicious process behavior including parent–child anomalies.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2432304"/>
            <a:ext cx="82296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" y="2523744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8992" y="2523744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Detects processes running from temporary directories — a key malware indicator.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145536"/>
            <a:ext cx="82296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" y="3236976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8992" y="323697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Generates detailed logs for administrator review and forensic analysis.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858768"/>
            <a:ext cx="82296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0352" y="3950208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78992" y="3950208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Can be expanded into an advanced, enterprise-grade cybersecurity monitoring tool.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1032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Ravi Dahiya  |  Cybersecurity Intern  |  Unified Mentor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Service &amp; Process Monitoring Agent</dc:title>
  <dc:subject>PptxGenJS Presentation</dc:subject>
  <dc:creator>PptxGenJS</dc:creator>
  <cp:lastModifiedBy>PptxGenJS</cp:lastModifiedBy>
  <cp:revision>1</cp:revision>
  <dcterms:created xsi:type="dcterms:W3CDTF">2026-03-10T13:10:37Z</dcterms:created>
  <dcterms:modified xsi:type="dcterms:W3CDTF">2026-03-10T13:10:37Z</dcterms:modified>
</cp:coreProperties>
</file>