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6EBF"/>
          </a:solidFill>
          <a:ln w="12700">
            <a:solidFill>
              <a:srgbClr val="1C6E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365760"/>
            <a:ext cx="3657600" cy="4389120"/>
          </a:xfrm>
          <a:prstGeom prst="rect">
            <a:avLst/>
          </a:prstGeom>
          <a:solidFill>
            <a:srgbClr val="0F2A4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914400"/>
            <a:ext cx="2377440" cy="2560320"/>
          </a:xfrm>
          <a:prstGeom prst="rect">
            <a:avLst/>
          </a:prstGeom>
          <a:solidFill>
            <a:srgbClr val="1E3A5F"/>
          </a:solidFill>
          <a:ln w="25400">
            <a:solidFill>
              <a:srgbClr val="00C8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0972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🔐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76072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Malware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286000" cy="45720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Project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Dahiya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3840480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PDF?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Document Format (PDF) is a universal file format used globally for sharing documents.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can contain text, images, hyperlinks, forms, and even executable scripts.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and widely used in business, education, and government sectors worldwide.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Threats in PDFs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1508760"/>
            <a:ext cx="347472" cy="2926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5087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13248" y="1463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13248" y="1719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run malicious code silently inside PDF readers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83480" y="2221992"/>
            <a:ext cx="347472" cy="2926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22199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13248" y="21762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13248" y="24323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users to phishing sites or malware downloads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2935224"/>
            <a:ext cx="347472" cy="2926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93522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13248" y="28895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13248" y="31455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executables or scripts disguised inside the PDF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3648456"/>
            <a:ext cx="347472" cy="2926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64845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13248" y="36027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38587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vulnerabilities in PDF reader software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73152" cy="10972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34440"/>
            <a:ext cx="502920" cy="502920"/>
          </a:xfrm>
          <a:prstGeom prst="OVAL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051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PDF Attacks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3990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PDF-based malware attacks have grown significantly in recent years. Attackers prefer PDFs because users trust them by default.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0280"/>
            <a:ext cx="73152" cy="10972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514600"/>
            <a:ext cx="502920" cy="502920"/>
          </a:xfrm>
          <a:prstGeom prst="OVAL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Limitations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67919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antivirus tools often fail to detect threats embedded within complex PDF structures, especially obfuscated or encrypted content.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20440"/>
            <a:ext cx="73152" cy="1097280"/>
          </a:xfrm>
          <a:prstGeom prst="rect">
            <a:avLst/>
          </a:prstGeom>
          <a:solidFill>
            <a:srgbClr val="1C6EBF"/>
          </a:solidFill>
          <a:ln w="12700">
            <a:solidFill>
              <a:srgbClr val="1C6E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794760"/>
            <a:ext cx="502920" cy="502920"/>
          </a:xfrm>
          <a:prstGeom prst="OVAL">
            <a:avLst/>
          </a:prstGeom>
          <a:solidFill>
            <a:srgbClr val="1C6EBF"/>
          </a:solidFill>
          <a:ln w="12700">
            <a:solidFill>
              <a:srgbClr val="1C6E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118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Unawareness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95935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cannot manually inspect PDF internals. They have no way to identify malicious JavaScript, hidden URLs, or embedded objects.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aims to automate the detection of malicious content inside PDF files.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640080" cy="1417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PDF Files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874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any PDF file as input and perform deep structural analysis.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640080" cy="1417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Elements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1874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URLs, JavaScript code, embedded files, and hidden objects.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640080" cy="1417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127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Risk Score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520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threat level with a numeric risk score based on findings.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17520"/>
            <a:ext cx="640080" cy="1417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429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3127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Final Verdict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3520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file as Safe, Suspicious, or Malicious for quick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097280" cy="1188720"/>
          </a:xfrm>
          <a:prstGeom prst="rect">
            <a:avLst/>
          </a:prstGeom>
          <a:solidFill>
            <a:srgbClr val="1C6EBF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01952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019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6E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2432304"/>
            <a:ext cx="283464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5064" y="22860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B4"/>
                </a:solidFill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83664" y="1828800"/>
            <a:ext cx="1097280" cy="1188720"/>
          </a:xfrm>
          <a:prstGeom prst="rect">
            <a:avLst/>
          </a:prstGeom>
          <a:solidFill>
            <a:srgbClr val="2A7A5A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75104" y="1901952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75104" y="19019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83664" y="2359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80944" y="2432304"/>
            <a:ext cx="283464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81528" y="22860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B4"/>
                </a:solidFill>
              </a:rPr>
              <a:t>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10128" y="1828800"/>
            <a:ext cx="1097280" cy="1188720"/>
          </a:xfrm>
          <a:prstGeom prst="rect">
            <a:avLst/>
          </a:prstGeom>
          <a:solidFill>
            <a:srgbClr val="6B2FA0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1901952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9019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2359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07408" y="2432304"/>
            <a:ext cx="283464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22860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B4"/>
                </a:solidFill>
              </a:rPr>
              <a:t>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36592" y="1828800"/>
            <a:ext cx="1097280" cy="1188720"/>
          </a:xfrm>
          <a:prstGeom prst="rect">
            <a:avLst/>
          </a:prstGeom>
          <a:solidFill>
            <a:srgbClr val="B25000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901952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9019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36592" y="2359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33872" y="2432304"/>
            <a:ext cx="283464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34456" y="22860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B4"/>
                </a:solidFill>
              </a:rPr>
              <a:t>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63056" y="1828800"/>
            <a:ext cx="1097280" cy="1188720"/>
          </a:xfrm>
          <a:prstGeom prst="rect">
            <a:avLst/>
          </a:prstGeom>
          <a:solidFill>
            <a:srgbClr val="9B1C1C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1901952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19019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63056" y="2359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60336" y="2432304"/>
            <a:ext cx="283464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22860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B4"/>
                </a:solidFill>
              </a:rPr>
              <a:t>&gt;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89520" y="1828800"/>
            <a:ext cx="1097280" cy="1188720"/>
          </a:xfrm>
          <a:prstGeom prst="rect">
            <a:avLst/>
          </a:prstGeom>
          <a:solidFill>
            <a:srgbClr val="0D6F6F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1901952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19019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89520" y="23591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127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Analysis Pipeline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3493008"/>
            <a:ext cx="2560320" cy="914400"/>
          </a:xfrm>
          <a:prstGeom prst="rect">
            <a:avLst/>
          </a:prstGeom>
          <a:solidFill>
            <a:srgbClr val="162032"/>
          </a:solidFill>
          <a:ln w="19050">
            <a:solidFill>
              <a:srgbClr val="1C6E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00400" y="3493008"/>
            <a:ext cx="2560320" cy="914400"/>
          </a:xfrm>
          <a:prstGeom prst="rect">
            <a:avLst/>
          </a:prstGeom>
          <a:solidFill>
            <a:srgbClr val="162032"/>
          </a:solidFill>
          <a:ln w="19050">
            <a:solidFill>
              <a:srgbClr val="6B2F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3520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&amp; URL Detection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35040" y="3493008"/>
            <a:ext cx="2560320" cy="914400"/>
          </a:xfrm>
          <a:prstGeom prst="rect">
            <a:avLst/>
          </a:prstGeom>
          <a:solidFill>
            <a:srgbClr val="162032"/>
          </a:solidFill>
          <a:ln w="19050">
            <a:solidFill>
              <a:srgbClr val="0D6F6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520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&amp; Verdict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560320" cy="50292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149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 Python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language. Builds the entire analysis pipeline, file I/O, and reporting.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560320" cy="502920"/>
          </a:xfrm>
          <a:prstGeom prst="rect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149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 PyPDF2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to read, extract metadata, and parse PDF structure and content.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2560320" cy="502920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149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 Regex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 used to detect URLs, IP addresses, and suspicious patterns.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3931920" cy="502920"/>
          </a:xfrm>
          <a:prstGeom prst="rect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80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PDFiD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high-risk keywords like /JS, /JavaScript, /OpenAction in PDF files.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926080"/>
            <a:ext cx="3931920" cy="502920"/>
          </a:xfrm>
          <a:prstGeom prst="rect">
            <a:avLst/>
          </a:prstGeom>
          <a:solidFill>
            <a:srgbClr val="2A7A5A"/>
          </a:solidFill>
          <a:ln w="12700">
            <a:solidFill>
              <a:srgbClr val="2A7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980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 PDF-Parser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parsing tool that inspects every PDF object, stream, and cross-reference table.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1C6EBF"/>
          </a:solidFill>
          <a:ln w="12700">
            <a:solidFill>
              <a:srgbClr val="1C6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50392"/>
            <a:ext cx="411480" cy="411480"/>
          </a:xfrm>
          <a:prstGeom prst="OVAL">
            <a:avLst/>
          </a:prstGeom>
          <a:solidFill>
            <a:srgbClr val="1C6EBF"/>
          </a:solidFill>
          <a:ln w="12700">
            <a:solidFill>
              <a:srgbClr val="1C6E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50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804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PDF File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 the PDF to be analyzed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36192"/>
            <a:ext cx="411480" cy="411480"/>
          </a:xfrm>
          <a:prstGeom prst="OVAL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36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47672"/>
            <a:ext cx="4572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490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Metadata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creation date, software, and page count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21992"/>
            <a:ext cx="411480" cy="411480"/>
          </a:xfrm>
          <a:prstGeom prst="OVAL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21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33472"/>
            <a:ext cx="4572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176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URLs &amp; IPs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2487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scans for all URLs and IP addresses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07792"/>
            <a:ext cx="411480" cy="411480"/>
          </a:xfrm>
          <a:prstGeom prst="OVAL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19272"/>
            <a:ext cx="4572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862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Structure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streams, obfuscation, embedded content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593592"/>
            <a:ext cx="411480" cy="411480"/>
          </a:xfrm>
          <a:prstGeom prst="OVAL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93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4572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PDFiD &amp; PDF-Parser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858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counts and deep object inspection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279392"/>
            <a:ext cx="411480" cy="411480"/>
          </a:xfrm>
          <a:prstGeom prst="OVAL">
            <a:avLst/>
          </a:prstGeom>
          <a:solidFill>
            <a:srgbClr val="2A7A5A"/>
          </a:solidFill>
          <a:ln w="12700">
            <a:solidFill>
              <a:srgbClr val="2A7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279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233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544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score, verdict, and full findings logged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804672"/>
            <a:ext cx="3657600" cy="41148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Summary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94960" y="1234440"/>
            <a:ext cx="3291840" cy="36576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13716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automated pipeline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49240" y="18470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manual inspection needed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349240" y="23225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on any valid PDF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349240" y="27980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Output saved as .txt report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49240" y="3273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 scored from 0 to 10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49240" y="37490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Verdict: Safe / Suspicious / Malicious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560320" cy="73152"/>
          </a:xfrm>
          <a:prstGeom prst="rect">
            <a:avLst/>
          </a:prstGeom>
          <a:solidFill>
            <a:srgbClr val="1C6EBF"/>
          </a:solidFill>
          <a:ln w="12700">
            <a:solidFill>
              <a:srgbClr val="1C6E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9888" y="1069848"/>
            <a:ext cx="512064" cy="457200"/>
          </a:xfrm>
          <a:prstGeom prst="OVAL">
            <a:avLst/>
          </a:prstGeom>
          <a:solidFill>
            <a:srgbClr val="1C6EBF"/>
          </a:solidFill>
          <a:ln w="12700">
            <a:solidFill>
              <a:srgbClr val="1C6E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9888" y="1069848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5819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92938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title, author, creation/modification date, PDF version, and page count from the file header.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9601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960120"/>
            <a:ext cx="256032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3088" y="1069848"/>
            <a:ext cx="512064" cy="457200"/>
          </a:xfrm>
          <a:prstGeom prst="OVAL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1069848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0" y="15819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Detection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0" y="192938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URLs, domain names, and IP addresses embedded in the PDF using regular expressions.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9601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960120"/>
            <a:ext cx="2560320" cy="73152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76288" y="1069848"/>
            <a:ext cx="512064" cy="457200"/>
          </a:xfrm>
          <a:prstGeom prst="OVAL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069848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43600" y="15819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Detection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0" y="192938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/JS and /JavaScript keywords that indicate potentially malicious script execution.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8346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2834640"/>
            <a:ext cx="3931920" cy="73152"/>
          </a:xfrm>
          <a:prstGeom prst="rect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12848" y="2944368"/>
            <a:ext cx="512064" cy="457200"/>
          </a:xfrm>
          <a:prstGeom prst="OVAL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12848" y="2944368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4360" y="3456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Object Analysis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380390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streams, detects embedded files, and identifies possible obfuscation or data hiding.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8346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834640"/>
            <a:ext cx="3931920" cy="7315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944368"/>
            <a:ext cx="512064" cy="457200"/>
          </a:xfrm>
          <a:prstGeom prst="OVAL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2944368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09160" y="3456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09160" y="380390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numeric risk score (0-10) based on the total number and severity of suspicious findings.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Detection — URLs &amp; IP Addresses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IOC Detection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45720" cy="29260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4813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scan the entire PDF text for HTTP/HTTPS URLs.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176272"/>
            <a:ext cx="45720" cy="29260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0848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address patterns are matched independently.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779776"/>
            <a:ext cx="45720" cy="29260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8833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detected URLs are logged and flagged as IOCs.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45720" cy="29260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91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added to the risk score calculation.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986784"/>
            <a:ext cx="45720" cy="29260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89534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are saved in the final report file.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111827"/>
          </a:solidFill>
          <a:ln w="19050">
            <a:solidFill>
              <a:srgbClr val="00C8B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45152" y="987552"/>
            <a:ext cx="4059936" cy="34930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572000" y="4480560"/>
            <a:ext cx="4206240" cy="274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44988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Actual Tool Output — IOC Detection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Object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Analyzed?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566928"/>
          </a:xfrm>
          <a:prstGeom prst="rect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7373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streams store compressed content. High stream counts (102 found) may indicate obfuscation.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5720" cy="566928"/>
          </a:xfrm>
          <a:prstGeom prst="rect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2514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hidden inside a PDF (e.g. .exe, .vbs) that could launch when the PDF is opened.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5720" cy="566928"/>
          </a:xfrm>
          <a:prstGeom prst="rect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Objects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2918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detected inside the PDF structure — can sometimes hide malicious data.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45720" cy="566928"/>
          </a:xfrm>
          <a:prstGeom prst="rect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069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or encrypted data streams are flagged as possible content hiding techniques.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111827"/>
          </a:solidFill>
          <a:ln w="19050">
            <a:solidFill>
              <a:srgbClr val="00C8B4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45152" y="987552"/>
            <a:ext cx="4059936" cy="349300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572000" y="4480560"/>
            <a:ext cx="4206240" cy="274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44988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Actual Tool Output — Embedded Object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PDFiD Tool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PDFiD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45720" cy="292608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48132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PDFiD is a free tool by Didier Stevens for PDF malware analysis.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45720" cy="292608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counts occurrences of high-risk PDF keywords in the file.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43784"/>
            <a:ext cx="45720" cy="292608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249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keywords: /JS, /JavaScript, /OpenAction, /Launch, /EmbeddedFile.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65576"/>
            <a:ext cx="45720" cy="292608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3467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 keyword counts are a strong indicator of suspicious content.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87368"/>
            <a:ext cx="45720" cy="292608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96849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tool runs PDFiD automatically and parses its output into the report.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111827"/>
          </a:solidFill>
          <a:ln w="19050">
            <a:solidFill>
              <a:srgbClr val="00C8B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45152" y="987552"/>
            <a:ext cx="4059936" cy="349300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572000" y="4480560"/>
            <a:ext cx="4206240" cy="274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44988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Actual Tool Output — PDFiD Keyword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— Risk Score &amp; Verdict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21031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188720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1188720" cy="3200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56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3–5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1856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1188720" cy="320040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494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6–8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2249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1188720" cy="3200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426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9+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26426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3931920" cy="1737360"/>
          </a:xfrm>
          <a:prstGeom prst="rect">
            <a:avLst/>
          </a:prstGeom>
          <a:solidFill>
            <a:srgbClr val="111827"/>
          </a:solidFill>
          <a:ln w="19050">
            <a:solidFill>
              <a:srgbClr val="00C8B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82112"/>
            <a:ext cx="3785616" cy="138988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65760" y="4572000"/>
            <a:ext cx="3931920" cy="274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590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Deep PDF Analysis Output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0" y="914400"/>
            <a:ext cx="420624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C8B4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987552"/>
            <a:ext cx="4059936" cy="148132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572000" y="2468880"/>
            <a:ext cx="4206240" cy="274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63440" y="248716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Risk Score &amp; Final Verdict Output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572000" y="2880360"/>
            <a:ext cx="4206240" cy="1965960"/>
          </a:xfrm>
          <a:prstGeom prst="rect">
            <a:avLst/>
          </a:prstGeom>
          <a:solidFill>
            <a:srgbClr val="162032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663440" y="29443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Interpretation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663440" y="33101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172200" y="3310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663440" y="36758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172200" y="36758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663440" y="40416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172200" y="40416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663440" y="44074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172200" y="4407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streams + /URI:10 found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results are automatically saved to a structured text file for review and documentation.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analysis_report.txt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2743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105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PDF MALWARE ANALYSIS REPORT ===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0848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sample.pdf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3591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METADATA ===          Author, Title, Date, Pages...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IOC DETECTION ===     URLs Found, No IPs Found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1821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EMBEDDED ANALYSIS === Streams: 102, Obfuscation Detected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PDFID OUTPUT ===      /JS: 0, /OpenAction: 0, /URI: 10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7307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RISK SCORE ===        Score: 4  |  Severity: MEDIUM RISK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FINAL VERDICT ===     This PDF is SUSPICIOUS.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provides a complete audit trail and can be shared with security teams for further review.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64008" cy="1143000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command-line interface. Provide a PDF path and the tool does everything automatically.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64008" cy="1143000"/>
          </a:xfrm>
          <a:prstGeom prst="rect">
            <a:avLst/>
          </a:prstGeom>
          <a:solidFill>
            <a:srgbClr val="1C6EBF"/>
          </a:solidFill>
          <a:ln w="12700">
            <a:solidFill>
              <a:srgbClr val="1C6E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Hidden Threats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3990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content that antivirus tools often miss — obfuscated JavaScript and embedded files.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64008" cy="1143000"/>
          </a:xfrm>
          <a:prstGeom prst="rect">
            <a:avLst/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72491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PDF inspection required. The entire analysis pipeline runs without user intervention.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286000"/>
            <a:ext cx="64008" cy="1143000"/>
          </a:xfrm>
          <a:prstGeom prst="rect">
            <a:avLst/>
          </a:prstGeom>
          <a:solidFill>
            <a:srgbClr val="2A7A5A"/>
          </a:solidFill>
          <a:ln w="12700">
            <a:solidFill>
              <a:srgbClr val="2A7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72491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clean, readable text report with all findings, risk score, and verdict in one file.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11880"/>
            <a:ext cx="64008" cy="1143000"/>
          </a:xfrm>
          <a:prstGeom prst="rect">
            <a:avLst/>
          </a:prstGeom>
          <a:solidFill>
            <a:srgbClr val="B25000"/>
          </a:solidFill>
          <a:ln w="12700">
            <a:solidFill>
              <a:srgbClr val="B25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Value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05079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cybersecurity learners to understand PDF malware detection concepts hands-on.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611880"/>
            <a:ext cx="4023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611880"/>
            <a:ext cx="64008" cy="1143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Tools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405079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free tools — Python, PDFiD, and PDF-Parser — zero licensing costs.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aware of limitations helps in planning improvements and using the tool appropriately.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64008" cy="7498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733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analyzes without executing the PDF. Dynamic threats activated at runtime may not be detected.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Integrate with sandboxed execution for dynamic analysis.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94560"/>
            <a:ext cx="64008" cy="7498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URL Checking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542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URLs are listed but not checked against live threat intelligence databases.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Integrate with VirusTotal or URLhaus API for live checks.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63240"/>
            <a:ext cx="64008" cy="7498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PDFs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10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Password-protected PDF files cannot be fully analyzed — encryption is detected but content cannot be read.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154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Support decryption with provided passwords before analysis.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31920"/>
            <a:ext cx="64008" cy="7498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77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 Dependency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279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PDFiD and PDF-Parser must be installed separately. Missing tools will cause partial analysis failures.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023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Bundle all tools into a standalone executable.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6EBF"/>
          </a:solidFill>
          <a:ln w="12700">
            <a:solidFill>
              <a:srgbClr val="1C6E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5303520" cy="45720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12064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54864" cy="5669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6868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malware is a growing cybersecurity threat that cannot be ignored.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512064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0200"/>
            <a:ext cx="54864" cy="5669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002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provides automated, multi-layered analysis of PDF files.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512064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31720"/>
            <a:ext cx="54864" cy="5669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3172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successfully detects URLs, embedded objects, and structural anomalies.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512064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63240"/>
            <a:ext cx="54864" cy="5669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scoring system gives a quick verdict — Safe, Suspicious, or Malicious.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512064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94760"/>
            <a:ext cx="54864" cy="566928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947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strengthened skills in Python scripting and cybersecurity tooling.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804672"/>
            <a:ext cx="2926080" cy="3657600"/>
          </a:xfrm>
          <a:prstGeom prst="rect">
            <a:avLst/>
          </a:prstGeom>
          <a:solidFill>
            <a:srgbClr val="162032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896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1243584"/>
            <a:ext cx="2560320" cy="36576"/>
          </a:xfrm>
          <a:prstGeom prst="rect">
            <a:avLst/>
          </a:prstGeom>
          <a:solidFill>
            <a:srgbClr val="00C8B4"/>
          </a:solidFill>
          <a:ln w="12700">
            <a:solidFill>
              <a:srgbClr val="00C8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1417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1892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1892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PDFiD, PDF-Parser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23682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Type: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23682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28437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28437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3319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Scale: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3319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3794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3794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4343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Malware Analysis Tool</dc:title>
  <dc:subject>PptxGenJS Presentation</dc:subject>
  <dc:creator>Ravi Dahiya</dc:creator>
  <cp:lastModifiedBy>Ravi Dahiya</cp:lastModifiedBy>
  <cp:revision>1</cp:revision>
  <dcterms:created xsi:type="dcterms:W3CDTF">2026-03-22T12:22:24Z</dcterms:created>
  <dcterms:modified xsi:type="dcterms:W3CDTF">2026-03-22T12:22:24Z</dcterms:modified>
</cp:coreProperties>
</file>